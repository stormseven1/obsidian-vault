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e97f27ee5ee4980" /><Relationship Type="http://schemas.openxmlformats.org/officeDocument/2006/relationships/extended-properties" Target="/docProps/app.xml" Id="Rd0b0a949dd3a41bf" /><Relationship Type="http://schemas.openxmlformats.org/officeDocument/2006/relationships/officeDocument" Target="/ppt/presentation.xml" Id="Ra16b224294ee47b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a62b47d17e44e4d"/>
  </p:sldMasterIdLst>
  <p:notesMasterIdLst>
    <p:notesMasterId xmlns:r="http://schemas.openxmlformats.org/officeDocument/2006/relationships" r:id="R3f116d01ad724644"/>
  </p:notesMasterIdLst>
  <p:sldIdLst>
    <p:sldId xmlns:r="http://schemas.openxmlformats.org/officeDocument/2006/relationships" id="256" r:id="R952c1b5a8a1a4b1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62b47d17e44e4d" /><Relationship Type="http://schemas.openxmlformats.org/officeDocument/2006/relationships/theme" Target="/ppt/theme/theme1.xml" Id="Rd6b41fd130d543f4" /><Relationship Type="http://schemas.openxmlformats.org/officeDocument/2006/relationships/notesMaster" Target="/ppt/notesMasters/notesMaster1.xml" Id="R3f116d01ad724644" /><Relationship Type="http://schemas.openxmlformats.org/officeDocument/2006/relationships/presProps" Target="/ppt/presProps.xml" Id="Rca7cea3d3067476a" /><Relationship Type="http://schemas.openxmlformats.org/officeDocument/2006/relationships/viewProps" Target="/ppt/viewProps.xml" Id="R9c976fca79b94a4a" /><Relationship Type="http://schemas.openxmlformats.org/officeDocument/2006/relationships/tableStyles" Target="/ppt/tableStyles.xml" Id="Rfae79055181e4996" /><Relationship Type="http://schemas.openxmlformats.org/officeDocument/2006/relationships/slide" Target="/ppt/slides/slide1.xml" Id="R952c1b5a8a1a4b1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09134d59720849b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82cd5c750a24007" /><Relationship Type="http://schemas.openxmlformats.org/officeDocument/2006/relationships/notesMaster" Target="/ppt/notesMasters/notesMaster1.xml" Id="Ra3bc05ede28e4b0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d1d8e3ed4342f9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0781e3d7858a4a6e" /><Relationship Type="http://schemas.openxmlformats.org/officeDocument/2006/relationships/slideLayout" Target="/ppt/slideLayouts/slideLayout2.xml" Id="Rd2b7141a3b3244e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2b7141a3b3244e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c0bd41ed33f4dcc" /><Relationship Type="http://schemas.openxmlformats.org/officeDocument/2006/relationships/notesSlide" Target="/ppt/notesSlides/notesSlide1.xml" Id="R6a29447afb1c47e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85F2ED6-0F8D-4457-A97C-65B999A5F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66700"/>
            <a:ext cx="5715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B2C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2C69"/>
                </a:solidFill>
                <a:latin typeface="Microsoft YaHei"/>
                <a:ea typeface="Microsoft YaHei"/>
                <a:cs typeface="Microsoft YaHei"/>
              </a:rPr>
              <a:t>系统软件总体架构设计</a:t>
            </a:r>
          </a:p>
        </p:txBody>
      </p:sp>
    </p:spTree>
    <p:extLst>
      <p:ext uri="{BB962C8B-B14F-4D97-AF65-F5344CB8AC3E}">
        <p14:creationId xmlns:p14="http://schemas.microsoft.com/office/powerpoint/2010/main" val="2718457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2026-05-15T02:41:45.0710000Z</dcterms:created>
  <dcterms:modified xsi:type="dcterms:W3CDTF">2026-05-15T02:41:45.0710000Z</dcterms:modified>
</coreProperties>
</file>