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75f9c3f9354200" /><Relationship Type="http://schemas.openxmlformats.org/officeDocument/2006/relationships/extended-properties" Target="/docProps/app.xml" Id="Rf1c5d0b39dde412d" /><Relationship Type="http://schemas.openxmlformats.org/officeDocument/2006/relationships/officeDocument" Target="/ppt/presentation.xml" Id="R9f24a8631f3e48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690b1f74d46af"/>
  </p:sldMasterIdLst>
  <p:notesMasterIdLst>
    <p:notesMasterId xmlns:r="http://schemas.openxmlformats.org/officeDocument/2006/relationships" r:id="R5d7f35fd40624cc3"/>
  </p:notesMasterIdLst>
  <p:sldIdLst>
    <p:sldId xmlns:r="http://schemas.openxmlformats.org/officeDocument/2006/relationships" id="256" r:id="R34429d6ef42948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690b1f74d46af" /><Relationship Type="http://schemas.openxmlformats.org/officeDocument/2006/relationships/theme" Target="/ppt/theme/theme1.xml" Id="R24724d2ca0644f9a" /><Relationship Type="http://schemas.openxmlformats.org/officeDocument/2006/relationships/notesMaster" Target="/ppt/notesMasters/notesMaster1.xml" Id="R5d7f35fd40624cc3" /><Relationship Type="http://schemas.openxmlformats.org/officeDocument/2006/relationships/presProps" Target="/ppt/presProps.xml" Id="Ra69c60da1aa44109" /><Relationship Type="http://schemas.openxmlformats.org/officeDocument/2006/relationships/viewProps" Target="/ppt/viewProps.xml" Id="R43013bf5775143ec" /><Relationship Type="http://schemas.openxmlformats.org/officeDocument/2006/relationships/tableStyles" Target="/ppt/tableStyles.xml" Id="R4c044e23747945d8" /><Relationship Type="http://schemas.openxmlformats.org/officeDocument/2006/relationships/slide" Target="/ppt/slides/slide1.xml" Id="R34429d6ef42948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82870be74c42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cbc47d2664313" /><Relationship Type="http://schemas.openxmlformats.org/officeDocument/2006/relationships/notesMaster" Target="/ppt/notesMasters/notesMaster1.xml" Id="R181442e855884a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794f45a9b4a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8af7d292eb4f0b" /><Relationship Type="http://schemas.openxmlformats.org/officeDocument/2006/relationships/slideLayout" Target="/ppt/slideLayouts/slideLayout2.xml" Id="R8b9c7ed5e482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9c7ed5e482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7020ea0c904e27" /><Relationship Type="http://schemas.openxmlformats.org/officeDocument/2006/relationships/image" Target="/ppt/media/image.png" Id="R836ff7d4c16a406f" /><Relationship Type="http://schemas.openxmlformats.org/officeDocument/2006/relationships/image" Target="/ppt/media/image.svg" Id="Ra47b5aec0ae94518" /><Relationship Type="http://schemas.openxmlformats.org/officeDocument/2006/relationships/image" Target="/ppt/media/image2.png" Id="R0c851c788fdf42d4" /><Relationship Type="http://schemas.openxmlformats.org/officeDocument/2006/relationships/image" Target="/ppt/media/image2.svg" Id="Rd069a8ef111a4e1f" /><Relationship Type="http://schemas.openxmlformats.org/officeDocument/2006/relationships/image" Target="/ppt/media/image3.png" Id="R5f1734a93f6848c4" /><Relationship Type="http://schemas.openxmlformats.org/officeDocument/2006/relationships/image" Target="/ppt/media/image3.svg" Id="Rb91c2e5eed074733" /><Relationship Type="http://schemas.openxmlformats.org/officeDocument/2006/relationships/image" Target="/ppt/media/image4.png" Id="R94eee2a3c1c14113" /><Relationship Type="http://schemas.openxmlformats.org/officeDocument/2006/relationships/image" Target="/ppt/media/image4.svg" Id="R4f00e83a2ecf431c" /><Relationship Type="http://schemas.openxmlformats.org/officeDocument/2006/relationships/image" Target="/ppt/media/image5.png" Id="Ref494372a85f4fe9" /><Relationship Type="http://schemas.openxmlformats.org/officeDocument/2006/relationships/image" Target="/ppt/media/image5.svg" Id="R5667174d2b004ede" /><Relationship Type="http://schemas.openxmlformats.org/officeDocument/2006/relationships/image" Target="/ppt/media/image6.png" Id="R28e6cc036fd9426f" /><Relationship Type="http://schemas.openxmlformats.org/officeDocument/2006/relationships/image" Target="/ppt/media/image6.svg" Id="R4c9b0c4f8ba5455c" /><Relationship Type="http://schemas.openxmlformats.org/officeDocument/2006/relationships/image" Target="/ppt/media/image7.png" Id="R6380072a4ce34af3" /><Relationship Type="http://schemas.openxmlformats.org/officeDocument/2006/relationships/image" Target="/ppt/media/image7.svg" Id="R480159d971f24d18" /><Relationship Type="http://schemas.openxmlformats.org/officeDocument/2006/relationships/image" Target="/ppt/media/image8.png" Id="R323cd4c68066497d" /><Relationship Type="http://schemas.openxmlformats.org/officeDocument/2006/relationships/image" Target="/ppt/media/image8.svg" Id="Rcce4ba5b36474ea0" /><Relationship Type="http://schemas.openxmlformats.org/officeDocument/2006/relationships/image" Target="/ppt/media/image9.png" Id="Ra2c8c3133dcb4b28" /><Relationship Type="http://schemas.openxmlformats.org/officeDocument/2006/relationships/image" Target="/ppt/media/image9.svg" Id="R684c441fa2dc4fa3" /><Relationship Type="http://schemas.openxmlformats.org/officeDocument/2006/relationships/image" Target="/ppt/media/image10.png" Id="R70d8e44b493f4bbd" /><Relationship Type="http://schemas.openxmlformats.org/officeDocument/2006/relationships/image" Target="/ppt/media/image10.svg" Id="Rdf8f9f72d0a44767" /><Relationship Type="http://schemas.openxmlformats.org/officeDocument/2006/relationships/image" Target="/ppt/media/image11.png" Id="R0767887cd08d4d6c" /><Relationship Type="http://schemas.openxmlformats.org/officeDocument/2006/relationships/image" Target="/ppt/media/image11.svg" Id="R9f001c4aa3c3417e" /><Relationship Type="http://schemas.openxmlformats.org/officeDocument/2006/relationships/image" Target="/ppt/media/image12.png" Id="R1cbf02d602794c73" /><Relationship Type="http://schemas.openxmlformats.org/officeDocument/2006/relationships/image" Target="/ppt/media/image12.svg" Id="Ra03f3b0f6a364562" /><Relationship Type="http://schemas.openxmlformats.org/officeDocument/2006/relationships/image" Target="/ppt/media/image13.png" Id="R8ed719b72b654dc3" /><Relationship Type="http://schemas.openxmlformats.org/officeDocument/2006/relationships/image" Target="/ppt/media/image13.svg" Id="Re086f88225444bd3" /><Relationship Type="http://schemas.openxmlformats.org/officeDocument/2006/relationships/image" Target="/ppt/media/image14.png" Id="Ra1e41e768be5409e" /><Relationship Type="http://schemas.openxmlformats.org/officeDocument/2006/relationships/image" Target="/ppt/media/image14.svg" Id="Rae6768c5b6de4cae" /><Relationship Type="http://schemas.openxmlformats.org/officeDocument/2006/relationships/image" Target="/ppt/media/image15.png" Id="R556aa538bcde4488" /><Relationship Type="http://schemas.openxmlformats.org/officeDocument/2006/relationships/image" Target="/ppt/media/image15.svg" Id="R88952651878d4dc3" /><Relationship Type="http://schemas.openxmlformats.org/officeDocument/2006/relationships/image" Target="/ppt/media/image16.png" Id="Re17b3051ceb640e9" /><Relationship Type="http://schemas.openxmlformats.org/officeDocument/2006/relationships/image" Target="/ppt/media/image16.svg" Id="R603a828099e14876" /><Relationship Type="http://schemas.openxmlformats.org/officeDocument/2006/relationships/image" Target="/ppt/media/image17.png" Id="R200078c5dfe74376" /><Relationship Type="http://schemas.openxmlformats.org/officeDocument/2006/relationships/image" Target="/ppt/media/image17.svg" Id="Ra4b417059fd84d17" /><Relationship Type="http://schemas.openxmlformats.org/officeDocument/2006/relationships/image" Target="/ppt/media/image18.png" Id="R57c7ca3965a24757" /><Relationship Type="http://schemas.openxmlformats.org/officeDocument/2006/relationships/image" Target="/ppt/media/image18.svg" Id="R93c62c5a076245d4" /><Relationship Type="http://schemas.openxmlformats.org/officeDocument/2006/relationships/image" Target="/ppt/media/image19.png" Id="R2e7cd2aea97b4176" /><Relationship Type="http://schemas.openxmlformats.org/officeDocument/2006/relationships/image" Target="/ppt/media/image19.svg" Id="Rdc464f5404f34f33" /><Relationship Type="http://schemas.openxmlformats.org/officeDocument/2006/relationships/image" Target="/ppt/media/image20.png" Id="R813c1f9d73414824" /><Relationship Type="http://schemas.openxmlformats.org/officeDocument/2006/relationships/image" Target="/ppt/media/image20.svg" Id="Red5fca78c5554a30" /><Relationship Type="http://schemas.openxmlformats.org/officeDocument/2006/relationships/image" Target="/ppt/media/image21.png" Id="Ree65ac3295864048" /><Relationship Type="http://schemas.openxmlformats.org/officeDocument/2006/relationships/image" Target="/ppt/media/image21.svg" Id="Rbfad83c8989b4437" /><Relationship Type="http://schemas.openxmlformats.org/officeDocument/2006/relationships/image" Target="/ppt/media/image22.png" Id="R3dac181e2ec14d16" /><Relationship Type="http://schemas.openxmlformats.org/officeDocument/2006/relationships/image" Target="/ppt/media/image22.svg" Id="R7611d93405c54e69" /><Relationship Type="http://schemas.openxmlformats.org/officeDocument/2006/relationships/image" Target="/ppt/media/image23.png" Id="R55edeabdcbb34e08" /><Relationship Type="http://schemas.openxmlformats.org/officeDocument/2006/relationships/image" Target="/ppt/media/image23.svg" Id="Rf54e1a57d4c943be" /><Relationship Type="http://schemas.openxmlformats.org/officeDocument/2006/relationships/image" Target="/ppt/media/image24.png" Id="R4a2ddf3dc8db4670" /><Relationship Type="http://schemas.openxmlformats.org/officeDocument/2006/relationships/image" Target="/ppt/media/image24.svg" Id="R8b43fd1acd544506" /><Relationship Type="http://schemas.openxmlformats.org/officeDocument/2006/relationships/image" Target="/ppt/media/image25.png" Id="Rd4552be24a3d47f1" /><Relationship Type="http://schemas.openxmlformats.org/officeDocument/2006/relationships/image" Target="/ppt/media/image25.svg" Id="R490abe71cf264c23" /><Relationship Type="http://schemas.openxmlformats.org/officeDocument/2006/relationships/notesSlide" Target="/ppt/notesSlides/notesSlide1.xml" Id="R3961405a58df49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C151E-5B08-474E-A1C1-C697ADFC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F"/>
          </a:solidFill>
          <a:ln xmlns:a="http://schemas.openxmlformats.org/drawingml/2006/main" w="0">
            <a:solidFill>
              <a:srgbClr val="FCF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337D8-FD28-4D1C-A799-1055BA3B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系统软件总体架构设计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1049-B2E8-44B4-9B6F-8CAFA21F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667A0-8F58-42C0-B9B5-91709C9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715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在线运行域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3308-3FDA-4A03-B2C2-88ED1C69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33500"/>
            <a:ext cx="2952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>
              <a:alpha val="40000"/>
            </a:srgbClr>
          </a:solidFill>
          <a:ln xmlns:a="http://schemas.openxmlformats.org/drawingml/2006/main" w="7144">
            <a:solidFill>
              <a:srgbClr val="D7E2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CE9CF-43D4-4867-A6CA-170DBEB4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76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0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D26BC-8B6C-4781-9F49-1B9E060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715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6B2A"/>
                </a:solidFill>
                <a:latin typeface="Microsoft YaHei"/>
                <a:ea typeface="Microsoft YaHei"/>
                <a:cs typeface="Microsoft YaHei"/>
              </a:rPr>
              <a:t>能力生成演进域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5377-A2BF-4754-A951-D354B1F6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33500"/>
            <a:ext cx="2952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0">
              <a:alpha val="40000"/>
            </a:srgbClr>
          </a:solidFill>
          <a:ln xmlns:a="http://schemas.openxmlformats.org/drawingml/2006/main" w="7144">
            <a:solidFill>
              <a:srgbClr val="D7E2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D027F-AC9D-4B4A-BCEC-46BDB1B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A9EBC-A313-4540-9D82-1A75C63C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71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1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146E"/>
                </a:solidFill>
                <a:latin typeface="Microsoft YaHei"/>
                <a:ea typeface="Microsoft YaHei"/>
                <a:cs typeface="Microsoft YaHei"/>
              </a:rPr>
              <a:t>平台协同保障域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64887-04B7-4F40-8072-C3940990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2857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>
              <a:alpha val="40000"/>
            </a:srgbClr>
          </a:solidFill>
          <a:ln xmlns:a="http://schemas.openxmlformats.org/drawingml/2006/main" w="7144">
            <a:solidFill>
              <a:srgbClr val="D7E2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C68A7-C454-4CCB-93A6-F412F4ED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6A7D9-075F-47E7-B145-EFF36AC8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384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73689-E9A7-43F6-9DEB-5D1C691B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D5E06-7562-4F61-8BCB-8B5FED7E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F3E7C-6A6C-4646-A5B1-61D68FE3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A9CDF-CFD4-45AD-B22E-757EA4DB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33EFD-DE9C-46BC-BEA7-4E3C771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F7C75-4A06-4C4E-B481-E3B058D3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应用交互层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12D24-F74A-4EFC-A38D-822778A3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955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125D4-F488-448C-91EF-D5D85CD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955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863DB-B280-401B-B93B-268C689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A02E1-8B3D-41BF-A7F7-A282434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业务能力</a:t>
            </a:r>
          </a:p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179D5-ADAF-4462-823D-39E838C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04C2C-311A-48FB-82D9-F71D5F83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F5F79-3E52-4552-B973-8A15DFF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ABE3D-8F40-4559-A078-460C612D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数据与通信</a:t>
            </a:r>
          </a:p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支撑层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EDC9F-915C-46A7-B3BB-3C2A304C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E8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EE8C8-6E6C-44C7-B1CD-C3CB169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30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81765-301E-4181-B401-BA88D61F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6DA6CD-7DCB-4A38-A499-6414D83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89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基础资源层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7E5CCB-C331-4B39-912C-8A743BA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ff7d4c16a406f">
            <a:extLst>
              <a:ext uri="{96DAC541-7B7A-43D3-8B79-37D633B846F1}">
                <asvg:svgBlip xmlns:asvg="http://schemas.microsoft.com/office/drawing/2016/SVG/main" r:embed="Ra47b5aec0ae945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4C666F-8E4B-429E-961B-FF49839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态势显示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C4EAC-3AC5-4271-BEBF-C28A7B6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51c788fdf42d4">
            <a:extLst>
              <a:ext uri="{96DAC541-7B7A-43D3-8B79-37D633B846F1}">
                <asvg:svgBlip xmlns:asvg="http://schemas.microsoft.com/office/drawing/2016/SVG/main" r:embed="Rd069a8ef111a4e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1955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3F149D-CFA6-4273-91EC-1F3B893D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任务提交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0F9EB8-F7DA-4644-B3D8-BAAE702D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734a93f6848c4">
            <a:extLst>
              <a:ext uri="{96DAC541-7B7A-43D3-8B79-37D633B846F1}">
                <asvg:svgBlip xmlns:asvg="http://schemas.microsoft.com/office/drawing/2016/SVG/main" r:embed="Rb91c2e5eed0747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0070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4E347-51A3-4279-B875-0EED620E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智能研判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54F536-4489-4D9F-83F8-6BE67480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e2a3c1c14113">
            <a:extLst>
              <a:ext uri="{96DAC541-7B7A-43D3-8B79-37D633B846F1}">
                <asvg:svgBlip xmlns:asvg="http://schemas.microsoft.com/office/drawing/2016/SVG/main" r:embed="R4f00e83a2ecf43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1040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A02BCE-D1EB-4667-BC4B-F9187C51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14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处置确认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8070A1-51EC-4769-8EFC-B7357FE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94372a85f4fe9">
            <a:extLst>
              <a:ext uri="{96DAC541-7B7A-43D3-8B79-37D633B846F1}">
                <asvg:svgBlip xmlns:asvg="http://schemas.microsoft.com/office/drawing/2016/SVG/main" r:embed="R5667174d2b004e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1790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975C7-65E2-4AF3-A81F-8D87575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145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运维诊断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51FF5A-CA75-49FD-996F-797E792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717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6cc036fd9426f">
            <a:extLst>
              <a:ext uri="{96DAC541-7B7A-43D3-8B79-37D633B846F1}">
                <asvg:svgBlip xmlns:asvg="http://schemas.microsoft.com/office/drawing/2016/SVG/main" r:embed="R4c9b0c4f8ba545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337066-A1D1-4441-B314-BA983EA9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289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阵面控制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26751B-7BC7-45EA-9413-CF4748C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37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0072a4ce34af3">
            <a:extLst>
              <a:ext uri="{96DAC541-7B7A-43D3-8B79-37D633B846F1}">
                <asvg:svgBlip xmlns:asvg="http://schemas.microsoft.com/office/drawing/2016/SVG/main" r:embed="R480159d971f24d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4335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902559-B88D-49AC-BA4D-39EB5A3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28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信息处理感知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9E2F3A-D67F-455F-A6C3-47DC7213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cd4c68066497d">
            <a:extLst>
              <a:ext uri="{96DAC541-7B7A-43D3-8B79-37D633B846F1}">
                <asvg:svgBlip xmlns:asvg="http://schemas.microsoft.com/office/drawing/2016/SVG/main" r:embed="Rcce4ba5b36474e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0070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3174E1-52EE-4AC5-A2C8-114B016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289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LD智能体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F9365E-BC34-4639-805D-FF694200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8c3133dcb4b28">
            <a:extLst>
              <a:ext uri="{96DAC541-7B7A-43D3-8B79-37D633B846F1}">
                <asvg:svgBlip xmlns:asvg="http://schemas.microsoft.com/office/drawing/2016/SVG/main" r:embed="R684c441fa2dc4f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1040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D040CF-A42B-4471-90D0-3EFF8768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289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智能显控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55714D-9D32-4EE4-9056-9227B607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37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8e44b493f4bbd">
            <a:extLst>
              <a:ext uri="{96DAC541-7B7A-43D3-8B79-37D633B846F1}">
                <asvg:svgBlip xmlns:asvg="http://schemas.microsoft.com/office/drawing/2016/SVG/main" r:embed="Rdf8f9f72d0a447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2485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867138-A728-4A39-AB80-0B6965E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289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能力生成演进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475343-E0E8-4B4F-A463-237CFB7C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7887cd08d4d6c">
            <a:extLst>
              <a:ext uri="{96DAC541-7B7A-43D3-8B79-37D633B846F1}">
                <asvg:svgBlip xmlns:asvg="http://schemas.microsoft.com/office/drawing/2016/SVG/main" r:embed="R9f001c4aa3c341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91700" y="2705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002BC6-9DEA-496D-A246-19C1890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289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平台协同保障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52A8B5-4146-471A-9A97-7E261A7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8615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f02d602794c73">
            <a:extLst>
              <a:ext uri="{96DAC541-7B7A-43D3-8B79-37D633B846F1}">
                <asvg:svgBlip xmlns:asvg="http://schemas.microsoft.com/office/drawing/2016/SVG/main" r:embed="Ra03f3b0f6a3645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0E7666-5D16-45FC-AB7A-1C62C9BA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43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DDS/消息总线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09CC09-6B85-4F2D-AA40-3EAD0B9A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1333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719b72b654dc3">
            <a:extLst>
              <a:ext uri="{96DAC541-7B7A-43D3-8B79-37D633B846F1}">
                <asvg:svgBlip xmlns:asvg="http://schemas.microsoft.com/office/drawing/2016/SVG/main" r:embed="Re086f88225444b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24350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54C117-D74E-4BB7-B004-593DAB0A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HTTP/gRPC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21993E-E20F-4494-83D9-B01804D9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8615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41e768be5409e">
            <a:extLst>
              <a:ext uri="{96DAC541-7B7A-43D3-8B79-37D633B846F1}">
                <asvg:svgBlip xmlns:asvg="http://schemas.microsoft.com/office/drawing/2016/SVG/main" r:embed="Rae6768c5b6de4c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00775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14B419-8E33-4F58-8982-93A99D4A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WebSocket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C2CB06-B505-43F6-A401-8C3374F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86150"/>
            <a:ext cx="1162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aa538bcde4488">
            <a:extLst>
              <a:ext uri="{96DAC541-7B7A-43D3-8B79-37D633B846F1}">
                <asvg:svgBlip xmlns:asvg="http://schemas.microsoft.com/office/drawing/2016/SVG/main" r:embed="R88952651878d4d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6775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5C47BE-C483-4002-A3BC-31CB29C8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A9BE77-2597-41F5-9A18-298EEF0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3906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b3051ceb640e9">
            <a:extLst>
              <a:ext uri="{96DAC541-7B7A-43D3-8B79-37D633B846F1}">
                <asvg:svgBlip xmlns:asvg="http://schemas.microsoft.com/office/drawing/2016/SVG/main" r:embed="R603a828099e148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3619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822426-DBCC-49BA-98C7-89CC471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4330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文件/对象存储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F831A6-D10D-4DB5-A0F6-B7D9198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078c5dfe74376">
            <a:extLst>
              <a:ext uri="{96DAC541-7B7A-43D3-8B79-37D633B846F1}">
                <asvg:svgBlip xmlns:asvg="http://schemas.microsoft.com/office/drawing/2016/SVG/main" r:embed="Ra4b417059fd84d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09850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9D053EB-36C1-4A10-979D-4D3BD764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577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EA4457-B12B-4A42-8EF8-E006325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00550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7ca3965a24757">
            <a:extLst>
              <a:ext uri="{96DAC541-7B7A-43D3-8B79-37D633B846F1}">
                <asvg:svgBlip xmlns:asvg="http://schemas.microsoft.com/office/drawing/2016/SVG/main" r:embed="R93c62c5a076245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76700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9F9CB8-1BA7-4591-8C0A-80CDB1C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577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存储资源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ABDDDB2-F724-494C-9D14-7092DB79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0055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cd2aea97b4176">
            <a:extLst>
              <a:ext uri="{96DAC541-7B7A-43D3-8B79-37D633B846F1}">
                <asvg:svgBlip xmlns:asvg="http://schemas.microsoft.com/office/drawing/2016/SVG/main" r:embed="Rdc464f5404f34f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00775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210C81-0C3F-47C2-B363-6D35DC35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网络资源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74C6E7-E041-4F83-B7F8-7182EB5C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00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FC6E8"/>
            </a:solidFill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1f9d73414824">
            <a:extLst>
              <a:ext uri="{96DAC541-7B7A-43D3-8B79-37D633B846F1}">
                <asvg:svgBlip xmlns:asvg="http://schemas.microsoft.com/office/drawing/2016/SVG/main" r:embed="Red5fca78c5554a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45339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841BBCF-714A-481C-86EC-F88005BD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4577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时统资源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B9CE391-D1FD-480D-9401-C32538B7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3356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63F059-C279-4ADB-B535-FEBEA52B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1847850"/>
            <a:ext cx="285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754978D-7B1C-4840-8831-47275DA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339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758DE4C-0B84-4485-A970-8751960A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4572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98CE40-B04C-4906-8E61-60B443EF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47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在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线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运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闭</a:t>
            </a:r>
          </a:p>
          <a:p xmlns:a="http://schemas.openxmlformats.org/drawingml/2006/main">
            <a:pPr algn="ctr">
              <a:def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E82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D822BF-5CF6-445A-B533-9BA8D6FB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83356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8B28030-96BF-444C-B8C0-090532D7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1771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04E3EF-37E6-4C83-9D62-46E231CE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1913" y="1847850"/>
            <a:ext cx="285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ED37679-BE4F-47C2-8B18-10F92927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39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725FC4-0824-435F-944B-708F501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4572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C24"/>
          </a:solidFill>
          <a:ln xmlns:a="http://schemas.openxmlformats.org/drawingml/2006/main" w="0">
            <a:solidFill>
              <a:srgbClr val="245C2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B9943F-200A-4B9D-A98A-06671C9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304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力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演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进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闭</a:t>
            </a:r>
          </a:p>
          <a:p xmlns:a="http://schemas.openxmlformats.org/drawingml/2006/main">
            <a:pPr algn="ctr">
              <a:def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5C24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72477B-6792-444B-B966-19214270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57800"/>
            <a:ext cx="97726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FC6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2B1D57-4AD4-4D14-959C-8150BE6F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57800"/>
            <a:ext cx="704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E82"/>
          </a:solidFill>
          <a:ln xmlns:a="http://schemas.openxmlformats.org/drawingml/2006/main" w="0">
            <a:solidFill>
              <a:srgbClr val="173E8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922D16-2F27-4984-9A27-D8C9141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14950"/>
            <a:ext cx="438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横向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5ac3295864048">
            <a:extLst>
              <a:ext uri="{96DAC541-7B7A-43D3-8B79-37D633B846F1}">
                <asvg:svgBlip xmlns:asvg="http://schemas.microsoft.com/office/drawing/2016/SVG/main" r:embed="Rbfad83c8989b44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56769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c181e2ec14d16">
            <a:extLst>
              <a:ext uri="{96DAC541-7B7A-43D3-8B79-37D633B846F1}">
                <asvg:svgBlip xmlns:asvg="http://schemas.microsoft.com/office/drawing/2016/SVG/main" r:embed="R7611d93405c54e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0030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643DCA-0F69-4D5E-9599-82B884B6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安全门控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92970A4-12BE-4013-B62A-055181B2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5"/>
          </a:solidFill>
          <a:ln xmlns:a="http://schemas.openxmlformats.org/drawingml/2006/main" w="0">
            <a:solidFill>
              <a:srgbClr val="D8E4F5"/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deabdcbb34e08">
            <a:extLst>
              <a:ext uri="{96DAC541-7B7A-43D3-8B79-37D633B846F1}">
                <asvg:svgBlip xmlns:asvg="http://schemas.microsoft.com/office/drawing/2016/SVG/main" r:embed="Rf54e1a57d4c943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9105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172CA7-5D9D-4C20-91E0-48608DB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版本治理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A1731CE-CD6A-4020-8B6C-F2D0593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57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5"/>
          </a:solidFill>
          <a:ln xmlns:a="http://schemas.openxmlformats.org/drawingml/2006/main" w="0">
            <a:solidFill>
              <a:srgbClr val="D8E4F5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ddf3dc8db4670">
            <a:extLst>
              <a:ext uri="{96DAC541-7B7A-43D3-8B79-37D633B846F1}">
                <asvg:svgBlip xmlns:asvg="http://schemas.microsoft.com/office/drawing/2016/SVG/main" r:embed="R8b43fd1acd5445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1BB863-9832-43A2-9492-50A5E097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观测审计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B338E73-DF7D-4E44-9D5E-3A7E8F99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57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5"/>
          </a:solidFill>
          <a:ln xmlns:a="http://schemas.openxmlformats.org/drawingml/2006/main" w="0">
            <a:solidFill>
              <a:srgbClr val="D8E4F5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52be24a3d47f1">
            <a:extLst>
              <a:ext uri="{96DAC541-7B7A-43D3-8B79-37D633B846F1}">
                <asvg:svgBlip xmlns:asvg="http://schemas.microsoft.com/office/drawing/2016/SVG/main" r:embed="R490abe71cf264c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55245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06E156-656B-4A58-90D0-06AFCF7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578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rPr>
              <a:t>追溯记录</a:t>
            </a:r>
          </a:p>
        </p:txBody>
      </p:sp>
    </p:spTree>
    <p:extLst>
      <p:ext uri="{BB962C8B-B14F-4D97-AF65-F5344CB8AC3E}">
        <p14:creationId xmlns:p14="http://schemas.microsoft.com/office/powerpoint/2010/main" val="1397556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2026-05-15T02:45:14.1400000Z</dcterms:created>
  <dcterms:modified xsi:type="dcterms:W3CDTF">2026-05-15T02:45:14.1400000Z</dcterms:modified>
</coreProperties>
</file>