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af13d03078486d" /><Relationship Type="http://schemas.openxmlformats.org/officeDocument/2006/relationships/extended-properties" Target="/docProps/app.xml" Id="R7496f5e977f64056" /><Relationship Type="http://schemas.openxmlformats.org/officeDocument/2006/relationships/officeDocument" Target="/ppt/presentation.xml" Id="R3f621d07fb654c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9e09cc5eb84b6b"/>
  </p:sldMasterIdLst>
  <p:notesMasterIdLst>
    <p:notesMasterId xmlns:r="http://schemas.openxmlformats.org/officeDocument/2006/relationships" r:id="R6fe3b0c59a954f04"/>
  </p:notesMasterIdLst>
  <p:sldIdLst>
    <p:sldId xmlns:r="http://schemas.openxmlformats.org/officeDocument/2006/relationships" id="256" r:id="R2a56a8f4c5e24600"/>
    <p:sldId xmlns:r="http://schemas.openxmlformats.org/officeDocument/2006/relationships" id="257" r:id="Raa33986c3bae4a2e"/>
    <p:sldId xmlns:r="http://schemas.openxmlformats.org/officeDocument/2006/relationships" id="258" r:id="R05461898e2cb46fb"/>
    <p:sldId xmlns:r="http://schemas.openxmlformats.org/officeDocument/2006/relationships" id="259" r:id="R2b549f3a32aa45b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9e09cc5eb84b6b" /><Relationship Type="http://schemas.openxmlformats.org/officeDocument/2006/relationships/theme" Target="/ppt/theme/theme1.xml" Id="R9b06a36fa63e4c32" /><Relationship Type="http://schemas.openxmlformats.org/officeDocument/2006/relationships/notesMaster" Target="/ppt/notesMasters/notesMaster1.xml" Id="R6fe3b0c59a954f04" /><Relationship Type="http://schemas.openxmlformats.org/officeDocument/2006/relationships/presProps" Target="/ppt/presProps.xml" Id="Rcce4062300de4f66" /><Relationship Type="http://schemas.openxmlformats.org/officeDocument/2006/relationships/viewProps" Target="/ppt/viewProps.xml" Id="R680c9b1a344c4f1c" /><Relationship Type="http://schemas.openxmlformats.org/officeDocument/2006/relationships/tableStyles" Target="/ppt/tableStyles.xml" Id="R9dd45caaeba74394" /><Relationship Type="http://schemas.openxmlformats.org/officeDocument/2006/relationships/slide" Target="/ppt/slides/slide1.xml" Id="R2a56a8f4c5e24600" /><Relationship Type="http://schemas.openxmlformats.org/officeDocument/2006/relationships/slide" Target="/ppt/slides/slide2.xml" Id="Raa33986c3bae4a2e" /><Relationship Type="http://schemas.openxmlformats.org/officeDocument/2006/relationships/slide" Target="/ppt/slides/slide3.xml" Id="R05461898e2cb46fb" /><Relationship Type="http://schemas.openxmlformats.org/officeDocument/2006/relationships/slide" Target="/ppt/slides/slide4.xml" Id="R2b549f3a32aa45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db1cafb2d7f4b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32b2e7a9874cc8" /><Relationship Type="http://schemas.openxmlformats.org/officeDocument/2006/relationships/notesMaster" Target="/ppt/notesMasters/notesMaster1.xml" Id="R5d4d7a46464b41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1491662d3e4b7a" /><Relationship Type="http://schemas.openxmlformats.org/officeDocument/2006/relationships/notesMaster" Target="/ppt/notesMasters/notesMaster1.xml" Id="R9b8b4b3cf86145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ddfb311fc943f5" /><Relationship Type="http://schemas.openxmlformats.org/officeDocument/2006/relationships/notesMaster" Target="/ppt/notesMasters/notesMaster1.xml" Id="R960252bf246b4b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4ebfb55d4f4524" /><Relationship Type="http://schemas.openxmlformats.org/officeDocument/2006/relationships/notesMaster" Target="/ppt/notesMasters/notesMaster1.xml" Id="R1b40da0fd14946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566e5fba75473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6702b38928a4999" /><Relationship Type="http://schemas.openxmlformats.org/officeDocument/2006/relationships/slideLayout" Target="/ppt/slideLayouts/slideLayout2.xml" Id="R2da55e6afed040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a55e6afed040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ade3ab8773496c" /><Relationship Type="http://schemas.openxmlformats.org/officeDocument/2006/relationships/image" Target="/ppt/media/image.png" Id="R2e3cf15993ce4fc0" /><Relationship Type="http://schemas.openxmlformats.org/officeDocument/2006/relationships/image" Target="/ppt/media/image.svg" Id="Re393cdcce87d4258" /><Relationship Type="http://schemas.openxmlformats.org/officeDocument/2006/relationships/image" Target="/ppt/media/image2.png" Id="R51fa8c536c714831" /><Relationship Type="http://schemas.openxmlformats.org/officeDocument/2006/relationships/image" Target="/ppt/media/image2.svg" Id="Rb01e33884d1e4d5d" /><Relationship Type="http://schemas.openxmlformats.org/officeDocument/2006/relationships/image" Target="/ppt/media/image3.png" Id="Re9df6084fccb4a96" /><Relationship Type="http://schemas.openxmlformats.org/officeDocument/2006/relationships/image" Target="/ppt/media/image3.svg" Id="Ra21b06ee2eff42f0" /><Relationship Type="http://schemas.openxmlformats.org/officeDocument/2006/relationships/image" Target="/ppt/media/image4.png" Id="Rc8b577d14d004746" /><Relationship Type="http://schemas.openxmlformats.org/officeDocument/2006/relationships/image" Target="/ppt/media/image4.svg" Id="R1a989b4e135e4cfb" /><Relationship Type="http://schemas.openxmlformats.org/officeDocument/2006/relationships/image" Target="/ppt/media/image5.png" Id="Rbb25d13c3a8a45c4" /><Relationship Type="http://schemas.openxmlformats.org/officeDocument/2006/relationships/image" Target="/ppt/media/image5.svg" Id="R80c501e751704644" /><Relationship Type="http://schemas.openxmlformats.org/officeDocument/2006/relationships/image" Target="/ppt/media/image6.png" Id="R9f74db2317b54baf" /><Relationship Type="http://schemas.openxmlformats.org/officeDocument/2006/relationships/image" Target="/ppt/media/image6.svg" Id="R14222deb334545c7" /><Relationship Type="http://schemas.openxmlformats.org/officeDocument/2006/relationships/image" Target="/ppt/media/image7.png" Id="R7ef48886b5794761" /><Relationship Type="http://schemas.openxmlformats.org/officeDocument/2006/relationships/image" Target="/ppt/media/image7.svg" Id="R06ca3da145e248d4" /><Relationship Type="http://schemas.openxmlformats.org/officeDocument/2006/relationships/image" Target="/ppt/media/image8.png" Id="R88bbe0c68e1945a5" /><Relationship Type="http://schemas.openxmlformats.org/officeDocument/2006/relationships/image" Target="/ppt/media/image8.svg" Id="R124f8095e8744eb7" /><Relationship Type="http://schemas.openxmlformats.org/officeDocument/2006/relationships/image" Target="/ppt/media/image9.png" Id="R46daf9fa985b4995" /><Relationship Type="http://schemas.openxmlformats.org/officeDocument/2006/relationships/image" Target="/ppt/media/image9.svg" Id="R054b2f8c4d94402d" /><Relationship Type="http://schemas.openxmlformats.org/officeDocument/2006/relationships/image" Target="/ppt/media/image10.png" Id="R0bfaf6b9968e4a79" /><Relationship Type="http://schemas.openxmlformats.org/officeDocument/2006/relationships/image" Target="/ppt/media/image10.svg" Id="R765e533c02cf4f9b" /><Relationship Type="http://schemas.openxmlformats.org/officeDocument/2006/relationships/notesSlide" Target="/ppt/notesSlides/notesSlide1.xml" Id="R1005e6ee024c47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f2aeb8c7b14b1b" /><Relationship Type="http://schemas.openxmlformats.org/officeDocument/2006/relationships/image" Target="/ppt/media/image11.png" Id="Rece8083ef5b94109" /><Relationship Type="http://schemas.openxmlformats.org/officeDocument/2006/relationships/image" Target="/ppt/media/image11.svg" Id="R54a6517700c34329" /><Relationship Type="http://schemas.openxmlformats.org/officeDocument/2006/relationships/image" Target="/ppt/media/image12.png" Id="Ra8a00620987540a0" /><Relationship Type="http://schemas.openxmlformats.org/officeDocument/2006/relationships/image" Target="/ppt/media/image12.svg" Id="R0fa789fd6e14494c" /><Relationship Type="http://schemas.openxmlformats.org/officeDocument/2006/relationships/image" Target="/ppt/media/image13.png" Id="R3f5eeea52ca14807" /><Relationship Type="http://schemas.openxmlformats.org/officeDocument/2006/relationships/image" Target="/ppt/media/image13.svg" Id="R928c56df0da146a3" /><Relationship Type="http://schemas.openxmlformats.org/officeDocument/2006/relationships/image" Target="/ppt/media/image14.png" Id="R62bbcb7da9dc4115" /><Relationship Type="http://schemas.openxmlformats.org/officeDocument/2006/relationships/image" Target="/ppt/media/image14.svg" Id="Rbdfe5f14e2dd4946" /><Relationship Type="http://schemas.openxmlformats.org/officeDocument/2006/relationships/image" Target="/ppt/media/image15.png" Id="Re5e27e3703114e6a" /><Relationship Type="http://schemas.openxmlformats.org/officeDocument/2006/relationships/image" Target="/ppt/media/image15.svg" Id="R04540aacf6de4c07" /><Relationship Type="http://schemas.openxmlformats.org/officeDocument/2006/relationships/image" Target="/ppt/media/image16.png" Id="R28d30583b5e94bba" /><Relationship Type="http://schemas.openxmlformats.org/officeDocument/2006/relationships/image" Target="/ppt/media/image16.svg" Id="R776fc2b3886c41ee" /><Relationship Type="http://schemas.openxmlformats.org/officeDocument/2006/relationships/image" Target="/ppt/media/image17.png" Id="R48024b93a58d4324" /><Relationship Type="http://schemas.openxmlformats.org/officeDocument/2006/relationships/image" Target="/ppt/media/image17.svg" Id="Ra210b73333f64c63" /><Relationship Type="http://schemas.openxmlformats.org/officeDocument/2006/relationships/image" Target="/ppt/media/image18.png" Id="Rc174f326e6554628" /><Relationship Type="http://schemas.openxmlformats.org/officeDocument/2006/relationships/image" Target="/ppt/media/image18.svg" Id="R943d522ae21c440a" /><Relationship Type="http://schemas.openxmlformats.org/officeDocument/2006/relationships/image" Target="/ppt/media/image19.png" Id="Rf4fae4e9219d4dd2" /><Relationship Type="http://schemas.openxmlformats.org/officeDocument/2006/relationships/image" Target="/ppt/media/image19.svg" Id="Rba22c0ad55474c56" /><Relationship Type="http://schemas.openxmlformats.org/officeDocument/2006/relationships/image" Target="/ppt/media/image20.png" Id="Rc1a1b4e18c8d47ee" /><Relationship Type="http://schemas.openxmlformats.org/officeDocument/2006/relationships/image" Target="/ppt/media/image20.svg" Id="R0356c76177dd4e80" /><Relationship Type="http://schemas.openxmlformats.org/officeDocument/2006/relationships/image" Target="/ppt/media/image21.png" Id="R261f915da2104ec2" /><Relationship Type="http://schemas.openxmlformats.org/officeDocument/2006/relationships/image" Target="/ppt/media/image21.svg" Id="Rc1fc3860d8a748dd" /><Relationship Type="http://schemas.openxmlformats.org/officeDocument/2006/relationships/image" Target="/ppt/media/image22.png" Id="R8f0ce1f4af404f6b" /><Relationship Type="http://schemas.openxmlformats.org/officeDocument/2006/relationships/image" Target="/ppt/media/image22.svg" Id="R1db2f520356949b5" /><Relationship Type="http://schemas.openxmlformats.org/officeDocument/2006/relationships/notesSlide" Target="/ppt/notesSlides/notesSlide2.xml" Id="R35a7f09c263645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3a8eca6dd84ce3" /><Relationship Type="http://schemas.openxmlformats.org/officeDocument/2006/relationships/image" Target="/ppt/media/image23.png" Id="Rb36d74b461b7431e" /><Relationship Type="http://schemas.openxmlformats.org/officeDocument/2006/relationships/image" Target="/ppt/media/image23.svg" Id="Re443aebba53f4244" /><Relationship Type="http://schemas.openxmlformats.org/officeDocument/2006/relationships/image" Target="/ppt/media/image24.png" Id="R0a7fc13a939e49af" /><Relationship Type="http://schemas.openxmlformats.org/officeDocument/2006/relationships/image" Target="/ppt/media/image24.svg" Id="R7ced2d1b95ac4ff6" /><Relationship Type="http://schemas.openxmlformats.org/officeDocument/2006/relationships/image" Target="/ppt/media/image25.png" Id="Rb4992218490b42db" /><Relationship Type="http://schemas.openxmlformats.org/officeDocument/2006/relationships/image" Target="/ppt/media/image25.svg" Id="R6ec135b4791d42d6" /><Relationship Type="http://schemas.openxmlformats.org/officeDocument/2006/relationships/image" Target="/ppt/media/image26.png" Id="R4e5c1e82b2c0432d" /><Relationship Type="http://schemas.openxmlformats.org/officeDocument/2006/relationships/image" Target="/ppt/media/image26.svg" Id="R1058626c20504b6e" /><Relationship Type="http://schemas.openxmlformats.org/officeDocument/2006/relationships/image" Target="/ppt/media/image27.png" Id="Re80e1d83cb6b4697" /><Relationship Type="http://schemas.openxmlformats.org/officeDocument/2006/relationships/image" Target="/ppt/media/image27.svg" Id="R1a13d32a31554e90" /><Relationship Type="http://schemas.openxmlformats.org/officeDocument/2006/relationships/image" Target="/ppt/media/image28.png" Id="R2af03344c4504996" /><Relationship Type="http://schemas.openxmlformats.org/officeDocument/2006/relationships/image" Target="/ppt/media/image28.svg" Id="R3cf589c4725845a1" /><Relationship Type="http://schemas.openxmlformats.org/officeDocument/2006/relationships/image" Target="/ppt/media/image29.png" Id="R8348183b2f114446" /><Relationship Type="http://schemas.openxmlformats.org/officeDocument/2006/relationships/image" Target="/ppt/media/image29.svg" Id="Rdee5a40f311a4b60" /><Relationship Type="http://schemas.openxmlformats.org/officeDocument/2006/relationships/notesSlide" Target="/ppt/notesSlides/notesSlide3.xml" Id="R91767515942143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97670a9cba45d5" /><Relationship Type="http://schemas.openxmlformats.org/officeDocument/2006/relationships/image" Target="/ppt/media/image30.png" Id="R58aa7b922e09462d" /><Relationship Type="http://schemas.openxmlformats.org/officeDocument/2006/relationships/image" Target="/ppt/media/image30.svg" Id="R5d0eff544c554d05" /><Relationship Type="http://schemas.openxmlformats.org/officeDocument/2006/relationships/image" Target="/ppt/media/image31.png" Id="R9dfa9c5bda3844c4" /><Relationship Type="http://schemas.openxmlformats.org/officeDocument/2006/relationships/image" Target="/ppt/media/image31.svg" Id="Rf947d7c3e1ca44f4" /><Relationship Type="http://schemas.openxmlformats.org/officeDocument/2006/relationships/image" Target="/ppt/media/image32.png" Id="Rb492fad27ec049a4" /><Relationship Type="http://schemas.openxmlformats.org/officeDocument/2006/relationships/image" Target="/ppt/media/image32.svg" Id="R86ad082814924c71" /><Relationship Type="http://schemas.openxmlformats.org/officeDocument/2006/relationships/image" Target="/ppt/media/image33.png" Id="R98fbc07c88c2454b" /><Relationship Type="http://schemas.openxmlformats.org/officeDocument/2006/relationships/image" Target="/ppt/media/image33.svg" Id="R65761dbf9c4f4088" /><Relationship Type="http://schemas.openxmlformats.org/officeDocument/2006/relationships/image" Target="/ppt/media/image34.png" Id="R3ef9cd2e449b43a1" /><Relationship Type="http://schemas.openxmlformats.org/officeDocument/2006/relationships/image" Target="/ppt/media/image34.svg" Id="R8bbedd7998c94dd9" /><Relationship Type="http://schemas.openxmlformats.org/officeDocument/2006/relationships/image" Target="/ppt/media/image35.png" Id="R0a416961be9b4439" /><Relationship Type="http://schemas.openxmlformats.org/officeDocument/2006/relationships/image" Target="/ppt/media/image35.svg" Id="R40bfa70f5987425f" /><Relationship Type="http://schemas.openxmlformats.org/officeDocument/2006/relationships/image" Target="/ppt/media/image36.png" Id="R295594ff4b9449fa" /><Relationship Type="http://schemas.openxmlformats.org/officeDocument/2006/relationships/image" Target="/ppt/media/image36.svg" Id="R44f8bef8339f4bf3" /><Relationship Type="http://schemas.openxmlformats.org/officeDocument/2006/relationships/image" Target="/ppt/media/image37.png" Id="R6fd6193e539e4e6e" /><Relationship Type="http://schemas.openxmlformats.org/officeDocument/2006/relationships/image" Target="/ppt/media/image37.svg" Id="Rd90878e03aae42d6" /><Relationship Type="http://schemas.openxmlformats.org/officeDocument/2006/relationships/image" Target="/ppt/media/image38.png" Id="Ra8c3d2b45f4d4955" /><Relationship Type="http://schemas.openxmlformats.org/officeDocument/2006/relationships/image" Target="/ppt/media/image38.svg" Id="R6cc1b20e6e58408e" /><Relationship Type="http://schemas.openxmlformats.org/officeDocument/2006/relationships/image" Target="/ppt/media/image39.png" Id="Rf69ecb4259ff40f8" /><Relationship Type="http://schemas.openxmlformats.org/officeDocument/2006/relationships/image" Target="/ppt/media/image39.svg" Id="Rd65a9a42f7964644" /><Relationship Type="http://schemas.openxmlformats.org/officeDocument/2006/relationships/image" Target="/ppt/media/image40.png" Id="Ref92f9703ce2477f" /><Relationship Type="http://schemas.openxmlformats.org/officeDocument/2006/relationships/image" Target="/ppt/media/image40.svg" Id="R2a1a3f9781394d42" /><Relationship Type="http://schemas.openxmlformats.org/officeDocument/2006/relationships/image" Target="/ppt/media/image41.png" Id="R07c3eeaaa43b423e" /><Relationship Type="http://schemas.openxmlformats.org/officeDocument/2006/relationships/image" Target="/ppt/media/image41.svg" Id="Rd87f592485ed4dd0" /><Relationship Type="http://schemas.openxmlformats.org/officeDocument/2006/relationships/notesSlide" Target="/ppt/notesSlides/notesSlide4.xml" Id="R74be141db7ab492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C5E99C-A70B-4E12-BF58-00A123F0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DFF"/>
          </a:solidFill>
          <a:ln xmlns:a="http://schemas.openxmlformats.org/drawingml/2006/main" w="0">
            <a:solidFill>
              <a:srgbClr val="FCF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AEFD2D-08F9-4140-B2C3-3EC6495C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1450"/>
            <a:ext cx="704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rPr>
              <a:t>系统内部接口图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98A82-6439-4864-B26E-871B9054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096000"/>
            <a:ext cx="113347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AFC6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F20044-734B-41AE-8AF4-DFF9A0CE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rPr>
              <a:t>图例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14C255-7808-4C68-B666-66E238E6D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441133"/>
            <a:ext cx="180975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23B"/>
          </a:solidFill>
          <a:ln xmlns:a="http://schemas.openxmlformats.org/drawingml/2006/main" w="0">
            <a:solidFill>
              <a:srgbClr val="1382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91D2B7-1A07-4132-9CAE-C33D0FBE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162425" y="1385888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3823B"/>
          </a:solidFill>
          <a:ln xmlns:a="http://schemas.openxmlformats.org/drawingml/2006/main" w="0">
            <a:solidFill>
              <a:srgbClr val="13823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2D73D6-4B63-408A-979A-680B1341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03258"/>
            <a:ext cx="180975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012"/>
          </a:solidFill>
          <a:ln xmlns:a="http://schemas.openxmlformats.org/drawingml/2006/main" w="0">
            <a:solidFill>
              <a:srgbClr val="E2601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FB37D3-40BA-4669-B99B-B3A8A5C4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2257425" y="3148013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26012"/>
          </a:solidFill>
          <a:ln xmlns:a="http://schemas.openxmlformats.org/drawingml/2006/main" w="0">
            <a:solidFill>
              <a:srgbClr val="E2601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62E46C-4818-4018-9F70-0676B87B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31883"/>
            <a:ext cx="180975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AF"/>
          </a:solidFill>
          <a:ln xmlns:a="http://schemas.openxmlformats.org/drawingml/2006/main" w="0">
            <a:solidFill>
              <a:srgbClr val="0F5FA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D8835D-1A99-4C8E-8DEB-A1CAB94C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162425" y="3576638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5FAF"/>
          </a:solidFill>
          <a:ln xmlns:a="http://schemas.openxmlformats.org/drawingml/2006/main" w="0">
            <a:solidFill>
              <a:srgbClr val="0F5FA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134D1B-98C2-444D-8F81-553F7CD7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03258"/>
            <a:ext cx="104775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AF"/>
          </a:solidFill>
          <a:ln xmlns:a="http://schemas.openxmlformats.org/drawingml/2006/main" w="0">
            <a:solidFill>
              <a:srgbClr val="0F5FA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8C12E0-C889-4765-8DD6-8E90005A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210425" y="3148013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5FAF"/>
          </a:solidFill>
          <a:ln xmlns:a="http://schemas.openxmlformats.org/drawingml/2006/main" w="0">
            <a:solidFill>
              <a:srgbClr val="0F5FA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AB6A39-05D9-49FF-8EC4-BD5E1C51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03258"/>
            <a:ext cx="104775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23B"/>
          </a:solidFill>
          <a:ln xmlns:a="http://schemas.openxmlformats.org/drawingml/2006/main" w="0">
            <a:solidFill>
              <a:srgbClr val="1382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29D4AB-C02C-46B1-B814-63ED80D4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210425" y="3148013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3823B"/>
          </a:solidFill>
          <a:ln xmlns:a="http://schemas.openxmlformats.org/drawingml/2006/main" w="0">
            <a:solidFill>
              <a:srgbClr val="13823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07D108-4718-44D6-ABE9-6FF815DE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03258"/>
            <a:ext cx="714375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012"/>
          </a:solidFill>
          <a:ln xmlns:a="http://schemas.openxmlformats.org/drawingml/2006/main" w="0">
            <a:solidFill>
              <a:srgbClr val="E2601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159668-FC9F-47F3-87FC-8ECE0B9D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925050" y="3148013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26012"/>
          </a:solidFill>
          <a:ln xmlns:a="http://schemas.openxmlformats.org/drawingml/2006/main" w="0">
            <a:solidFill>
              <a:srgbClr val="E2601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C5B977-C804-4613-9B2E-4A4D7EA2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03258"/>
            <a:ext cx="714375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012"/>
          </a:solidFill>
          <a:ln xmlns:a="http://schemas.openxmlformats.org/drawingml/2006/main" w="0">
            <a:solidFill>
              <a:srgbClr val="E2601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92C122-D376-4752-8E0D-8D1B7576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925050" y="3148013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26012"/>
          </a:solidFill>
          <a:ln xmlns:a="http://schemas.openxmlformats.org/drawingml/2006/main" w="0">
            <a:solidFill>
              <a:srgbClr val="E2601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66B5B0-F6D3-4588-9951-42123A31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03258"/>
            <a:ext cx="714375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23B"/>
          </a:solidFill>
          <a:ln xmlns:a="http://schemas.openxmlformats.org/drawingml/2006/main" w="0">
            <a:solidFill>
              <a:srgbClr val="13823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87AE08-AD83-43F1-82F2-7827CC51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925050" y="3148013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3823B"/>
          </a:solidFill>
          <a:ln xmlns:a="http://schemas.openxmlformats.org/drawingml/2006/main" w="0">
            <a:solidFill>
              <a:srgbClr val="1382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EC747B-B1EF-46BD-8610-67677627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9695" y="4333875"/>
            <a:ext cx="2286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AA5"/>
          </a:solidFill>
          <a:ln xmlns:a="http://schemas.openxmlformats.org/drawingml/2006/main" w="0">
            <a:solidFill>
              <a:srgbClr val="6E4AA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B7A13D-15A2-474C-9456-8C495B76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5124450" y="51625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E4AA5"/>
          </a:solidFill>
          <a:ln xmlns:a="http://schemas.openxmlformats.org/drawingml/2006/main" w="0">
            <a:solidFill>
              <a:srgbClr val="6E4AA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B25F22-02AD-494C-8BB4-75C4FBAE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6945" y="4333875"/>
            <a:ext cx="2286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AA5"/>
          </a:solidFill>
          <a:ln xmlns:a="http://schemas.openxmlformats.org/drawingml/2006/main" w="0">
            <a:solidFill>
              <a:srgbClr val="6E4AA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A5A2AB-54F0-487F-B2ED-274ACA7F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81700" y="42100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E4AA5"/>
          </a:solidFill>
          <a:ln xmlns:a="http://schemas.openxmlformats.org/drawingml/2006/main" w="0">
            <a:solidFill>
              <a:srgbClr val="6E4AA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D6AC9D-7F74-4CF9-A985-825DA5F6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" y="4286250"/>
            <a:ext cx="2286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AF"/>
          </a:solidFill>
          <a:ln xmlns:a="http://schemas.openxmlformats.org/drawingml/2006/main" w="0">
            <a:solidFill>
              <a:srgbClr val="0F5FA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71CA99-D536-4F5A-81CA-5C6950D6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314450" y="50673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5FAF"/>
          </a:solidFill>
          <a:ln xmlns:a="http://schemas.openxmlformats.org/drawingml/2006/main" w="0">
            <a:solidFill>
              <a:srgbClr val="0F5FA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C13470-D8F6-4479-B793-C71BB702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4333875"/>
            <a:ext cx="2286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AF"/>
          </a:solidFill>
          <a:ln xmlns:a="http://schemas.openxmlformats.org/drawingml/2006/main" w="0">
            <a:solidFill>
              <a:srgbClr val="0F5FA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EECF27-16CD-4E39-A2FA-C4691AD8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1325" y="42100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5FAF"/>
          </a:solidFill>
          <a:ln xmlns:a="http://schemas.openxmlformats.org/drawingml/2006/main" w="0">
            <a:solidFill>
              <a:srgbClr val="0F5FA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5EA7F6-04A4-4850-8ED4-C91910AE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333875"/>
            <a:ext cx="190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43937D-9567-448E-9AA4-474ABA91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486275"/>
            <a:ext cx="190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80F620-E791-4738-8B2C-63325D63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638675"/>
            <a:ext cx="190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361C3D-259E-4773-9EE3-6AA991E5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791075"/>
            <a:ext cx="190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FC09B0-4960-44B4-9DFC-15B5CB05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943475"/>
            <a:ext cx="190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8DB68B-903B-4DCF-8FAD-C61C9FF9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095875"/>
            <a:ext cx="190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D954E0-0046-4FF5-B18F-2714DD74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0200" y="42100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E749D9-6180-481F-958C-40BA178F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57250"/>
            <a:ext cx="2000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2383">
            <a:solidFill>
              <a:srgbClr val="0B2C6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7BBF99-1F9D-4600-9C6B-FF27A935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rPr>
              <a:t>阵面控制分系统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C838D8-B770-4C1F-AED8-DE5244EA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7335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阵面调度控制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波形与参数管理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资源与健康管理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BIT与告警管理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9035C98-8E14-4243-B196-D3DCD653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00375"/>
            <a:ext cx="20002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2383">
            <a:solidFill>
              <a:srgbClr val="0B2C6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3DAA4A-800C-4497-922F-1B16BEB1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76575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rPr>
              <a:t>信息处理感知子系统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8884B6-2137-4D62-835B-8927F42A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62325"/>
            <a:ext cx="17335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信号处理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目标检测/跟踪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融合与增强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告警生成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46FA3A3-D581-4C1C-9886-BBB046B3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095875"/>
            <a:ext cx="2190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2383">
            <a:solidFill>
              <a:srgbClr val="6E4AA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C11AD7B-B076-4429-A503-2E212C27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172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rPr>
              <a:t>记录回放子系统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ABF946C-7807-4078-B1C2-AA9F917D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5457825"/>
            <a:ext cx="1924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数据记录与存储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回放与检索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诊断与回溯分析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B212993-2AF6-43A9-8FF8-05C788AC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95500"/>
            <a:ext cx="2000250" cy="2238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BF5"/>
          </a:solidFill>
          <a:ln xmlns:a="http://schemas.openxmlformats.org/drawingml/2006/main" w="12383">
            <a:solidFill>
              <a:srgbClr val="13823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754D755-23D7-44BF-9E8A-194A9B45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7170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rPr>
              <a:t>LD智能体子系统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DE7B828-E704-443F-BDDD-27332799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57450"/>
            <a:ext cx="173355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任务理解与规划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智能研判与决策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工作流编排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处置方案生成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知识与记忆管理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965CAD5-96EF-4F2F-9AD0-FE087955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2000250" cy="2238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2383">
            <a:solidFill>
              <a:srgbClr val="0B2C6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925B1CA-59C5-40DE-B378-89220CAC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7170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rPr>
              <a:t>智能LD显控分系统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D079F0C-626E-40D4-85CF-8ACF393C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57450"/>
            <a:ext cx="173355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态势显示与交互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任务管理与跟踪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审批确认与处置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告警与事件管理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可视化配置管理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78AB3A2-49E9-47F2-8767-7E93432B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809625"/>
            <a:ext cx="19526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2383">
            <a:solidFill>
              <a:srgbClr val="0B2C69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E7A5CE4-7545-401F-9CED-1901DC28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885825"/>
            <a:ext cx="1800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rPr>
              <a:t>相机控制管理子系统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0F77C99-3686-4E45-AD0D-6336C80E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1171575"/>
            <a:ext cx="16859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相机/云台控制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视频接入与处理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图像检测与识别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B00F7E1-2C67-4737-BA5B-3BD2A343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524125"/>
            <a:ext cx="19526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2383">
            <a:solidFill>
              <a:srgbClr val="0B2C69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B5F5C9E-3EA3-406C-862C-F0640BE2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600325"/>
            <a:ext cx="1800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rPr>
              <a:t>无人机控制管理子系统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8B0AF2E-074B-4155-A0B7-3A29841A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886075"/>
            <a:ext cx="16859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无人机任务控制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航线与载荷管理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遥测与链路管理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9DB1849-23FE-4BF6-BB91-0B7BD9B5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238625"/>
            <a:ext cx="19526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2383">
            <a:solidFill>
              <a:srgbClr val="0B2C69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222ADA2-669E-4519-8F17-8107B35B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4314825"/>
            <a:ext cx="1800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rPr>
              <a:t>任务与实体管理服务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1571A28-C381-4AE3-8599-12630E42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600575"/>
            <a:ext cx="16859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任务管理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实体与台账管理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资源与权限管理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E07DF6A-7BD2-4FE7-88A7-4B707F18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91125"/>
            <a:ext cx="2571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7F3FF"/>
          </a:solidFill>
          <a:ln xmlns:a="http://schemas.openxmlformats.org/drawingml/2006/main" w="12383">
            <a:solidFill>
              <a:srgbClr val="6E4AA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827EF24-C31F-477F-8B6A-EE780335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67325"/>
            <a:ext cx="2419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rPr>
              <a:t>能力生成演进工具链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879A262-A8C0-40DF-84E5-57D67F4C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553075"/>
            <a:ext cx="2305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样本管理与标注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模型训练与评估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模型管理与发布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版本与验证管理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9176D85-D190-4E85-A85F-EDBC843F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91125"/>
            <a:ext cx="2571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12383">
            <a:solidFill>
              <a:srgbClr val="77777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01525D4-F9F0-482A-8CE5-9F3FFE61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267325"/>
            <a:ext cx="2419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rPr>
              <a:t>配置/日志/权限审计服务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9E7F714-8C23-45B7-8883-C53F6F7E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553075"/>
            <a:ext cx="2305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系统配置管理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日志与指标采集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权限与审计管理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告警与通知管理</a:t>
            </a:r>
          </a:p>
        </p:txBody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3cf15993ce4fc0">
            <a:extLst>
              <a:ext uri="{96DAC541-7B7A-43D3-8B79-37D633B846F1}">
                <asvg:svgBlip xmlns:asvg="http://schemas.microsoft.com/office/drawing/2016/SVG/main" r:embed="Re393cdcce87d425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95300" y="971550"/>
            <a:ext cx="209550" cy="209550"/>
          </a:xfrm>
          <a:prstGeom xmlns:a="http://schemas.openxmlformats.org/drawingml/2006/main" prst="rect">
            <a:avLst/>
          </a:prstGeom>
        </p:spPr>
      </p:pic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fa8c536c714831">
            <a:extLst>
              <a:ext uri="{96DAC541-7B7A-43D3-8B79-37D633B846F1}">
                <asvg:svgBlip xmlns:asvg="http://schemas.microsoft.com/office/drawing/2016/SVG/main" r:embed="Rb01e33884d1e4d5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95300" y="3114675"/>
            <a:ext cx="209550" cy="209550"/>
          </a:xfrm>
          <a:prstGeom xmlns:a="http://schemas.openxmlformats.org/drawingml/2006/main" prst="rect">
            <a:avLst/>
          </a:prstGeom>
        </p:spPr>
      </p:pic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df6084fccb4a96">
            <a:extLst>
              <a:ext uri="{96DAC541-7B7A-43D3-8B79-37D633B846F1}">
                <asvg:svgBlip xmlns:asvg="http://schemas.microsoft.com/office/drawing/2016/SVG/main" r:embed="Ra21b06ee2eff42f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066925" y="5210175"/>
            <a:ext cx="209550" cy="209550"/>
          </a:xfrm>
          <a:prstGeom xmlns:a="http://schemas.openxmlformats.org/drawingml/2006/main" prst="rect">
            <a:avLst/>
          </a:prstGeom>
        </p:spPr>
      </p:pic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b577d14d004746">
            <a:extLst>
              <a:ext uri="{96DAC541-7B7A-43D3-8B79-37D633B846F1}">
                <asvg:svgBlip xmlns:asvg="http://schemas.microsoft.com/office/drawing/2016/SVG/main" r:embed="R1a989b4e135e4cf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305300" y="2209800"/>
            <a:ext cx="209550" cy="209550"/>
          </a:xfrm>
          <a:prstGeom xmlns:a="http://schemas.openxmlformats.org/drawingml/2006/main" prst="rect">
            <a:avLst/>
          </a:prstGeom>
        </p:spPr>
      </p:pic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25d13c3a8a45c4">
            <a:extLst>
              <a:ext uri="{96DAC541-7B7A-43D3-8B79-37D633B846F1}">
                <asvg:svgBlip xmlns:asvg="http://schemas.microsoft.com/office/drawing/2016/SVG/main" r:embed="R80c501e75170464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353300" y="2209800"/>
            <a:ext cx="209550" cy="209550"/>
          </a:xfrm>
          <a:prstGeom xmlns:a="http://schemas.openxmlformats.org/drawingml/2006/main" prst="rect">
            <a:avLst/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74db2317b54baf">
            <a:extLst>
              <a:ext uri="{96DAC541-7B7A-43D3-8B79-37D633B846F1}">
                <asvg:svgBlip xmlns:asvg="http://schemas.microsoft.com/office/drawing/2016/SVG/main" r:embed="R14222deb334545c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067925" y="923925"/>
            <a:ext cx="209550" cy="209550"/>
          </a:xfrm>
          <a:prstGeom xmlns:a="http://schemas.openxmlformats.org/drawingml/2006/main" prst="rect">
            <a:avLst/>
          </a:prstGeom>
        </p:spPr>
      </p:pic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f48886b5794761">
            <a:extLst>
              <a:ext uri="{96DAC541-7B7A-43D3-8B79-37D633B846F1}">
                <asvg:svgBlip xmlns:asvg="http://schemas.microsoft.com/office/drawing/2016/SVG/main" r:embed="R06ca3da145e248d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067925" y="2638425"/>
            <a:ext cx="209550" cy="209550"/>
          </a:xfrm>
          <a:prstGeom xmlns:a="http://schemas.openxmlformats.org/drawingml/2006/main" prst="rect">
            <a:avLst/>
          </a:prstGeom>
        </p:spPr>
      </p:pic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bbe0c68e1945a5">
            <a:extLst>
              <a:ext uri="{96DAC541-7B7A-43D3-8B79-37D633B846F1}">
                <asvg:svgBlip xmlns:asvg="http://schemas.microsoft.com/office/drawing/2016/SVG/main" r:embed="R124f8095e8744eb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067925" y="4352925"/>
            <a:ext cx="209550" cy="209550"/>
          </a:xfrm>
          <a:prstGeom xmlns:a="http://schemas.openxmlformats.org/drawingml/2006/main" prst="rect">
            <a:avLst/>
          </a:prstGeom>
        </p:spPr>
      </p:pic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daf9fa985b4995">
            <a:extLst>
              <a:ext uri="{96DAC541-7B7A-43D3-8B79-37D633B846F1}">
                <asvg:svgBlip xmlns:asvg="http://schemas.microsoft.com/office/drawing/2016/SVG/main" r:embed="R054b2f8c4d94402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76800" y="5305425"/>
            <a:ext cx="209550" cy="209550"/>
          </a:xfrm>
          <a:prstGeom xmlns:a="http://schemas.openxmlformats.org/drawingml/2006/main" prst="rect">
            <a:avLst/>
          </a:prstGeom>
        </p:spPr>
      </p:pic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faf6b9968e4a79">
            <a:extLst>
              <a:ext uri="{96DAC541-7B7A-43D3-8B79-37D633B846F1}">
                <asvg:svgBlip xmlns:asvg="http://schemas.microsoft.com/office/drawing/2016/SVG/main" r:embed="R765e533c02cf4f9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15300" y="53054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6D2C951-2BF8-4EE8-80E6-0A380916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238875"/>
            <a:ext cx="14287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5FA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22124A7-B62E-4C15-941F-D7F09FE9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238875"/>
            <a:ext cx="1428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5F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5FAF"/>
                </a:solidFill>
                <a:latin typeface="Microsoft YaHei"/>
                <a:ea typeface="Microsoft YaHei"/>
                <a:cs typeface="Microsoft YaHei"/>
              </a:rPr>
              <a:t>数据发布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A132FA6-6B6E-4E82-A5F8-CC130EA6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6238875"/>
            <a:ext cx="14287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3823B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A5D810B-78C9-4999-A412-C950AF2A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6238875"/>
            <a:ext cx="1428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382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3823B"/>
                </a:solidFill>
                <a:latin typeface="Microsoft YaHei"/>
                <a:ea typeface="Microsoft YaHei"/>
                <a:cs typeface="Microsoft YaHei"/>
              </a:rPr>
              <a:t>任务调用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0BAE7C9-83FD-4D3D-8D25-04F2D7B9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238875"/>
            <a:ext cx="14287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6012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57985EB-72A6-4FAA-AD5C-538A783C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238875"/>
            <a:ext cx="1428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260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012"/>
                </a:solidFill>
                <a:latin typeface="Microsoft YaHei"/>
                <a:ea typeface="Microsoft YaHei"/>
                <a:cs typeface="Microsoft YaHei"/>
              </a:rPr>
              <a:t>控制反馈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0F53E30-970F-4356-A40C-6D2760B8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6238875"/>
            <a:ext cx="14287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E4AA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7148332-FA11-400D-A5B3-37967E53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6238875"/>
            <a:ext cx="1428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E4A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E4AA5"/>
                </a:solidFill>
                <a:latin typeface="Microsoft YaHei"/>
                <a:ea typeface="Microsoft YaHei"/>
                <a:cs typeface="Microsoft YaHei"/>
              </a:rPr>
              <a:t>能力演进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B693C21-CB98-48A0-9083-168827A0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238875"/>
            <a:ext cx="142875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77777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BB03A3F-2BD9-4C93-9EDC-84EB39E0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238875"/>
            <a:ext cx="1428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诊断审计</a:t>
            </a:r>
          </a:p>
        </p:txBody>
      </p:sp>
    </p:spTree>
    <p:extLst>
      <p:ext uri="{BB962C8B-B14F-4D97-AF65-F5344CB8AC3E}">
        <p14:creationId xmlns:p14="http://schemas.microsoft.com/office/powerpoint/2010/main" val="93648038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2BF233-ABC8-45F2-BF89-68A4D4D2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DFF"/>
          </a:solidFill>
          <a:ln xmlns:a="http://schemas.openxmlformats.org/drawingml/2006/main" w="0">
            <a:solidFill>
              <a:srgbClr val="FCF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915CC3-7DF5-4CF5-80B8-FFD90C5C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1450"/>
            <a:ext cx="704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rPr>
              <a:t>雷达智能体子系统外部接口图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AB69FC-45AB-42C6-B7A2-43E6FF04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774508"/>
            <a:ext cx="276225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012"/>
          </a:solidFill>
          <a:ln xmlns:a="http://schemas.openxmlformats.org/drawingml/2006/main" w="0">
            <a:solidFill>
              <a:srgbClr val="E2601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8C23A2-B165-4EDA-8B61-BD18C74B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019675" y="1719263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26012"/>
          </a:solidFill>
          <a:ln xmlns:a="http://schemas.openxmlformats.org/drawingml/2006/main" w="0">
            <a:solidFill>
              <a:srgbClr val="E2601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536127-FB9F-4869-9583-EADCF7A1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67100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012"/>
          </a:solidFill>
          <a:ln xmlns:a="http://schemas.openxmlformats.org/drawingml/2006/main" w="0">
            <a:solidFill>
              <a:srgbClr val="E2601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48732C-7E31-4740-93A8-928FB799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467100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012"/>
          </a:solidFill>
          <a:ln xmlns:a="http://schemas.openxmlformats.org/drawingml/2006/main" w="0">
            <a:solidFill>
              <a:srgbClr val="E2601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89B17F-DBF7-485F-90B6-7CEF7258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467100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012"/>
          </a:solidFill>
          <a:ln xmlns:a="http://schemas.openxmlformats.org/drawingml/2006/main" w="0">
            <a:solidFill>
              <a:srgbClr val="E2601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8CA4B2-733C-4F11-8137-33FAE01D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012"/>
          </a:solidFill>
          <a:ln xmlns:a="http://schemas.openxmlformats.org/drawingml/2006/main" w="0">
            <a:solidFill>
              <a:srgbClr val="E2601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019FE4-5787-44EE-AD22-CF301608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467100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012"/>
          </a:solidFill>
          <a:ln xmlns:a="http://schemas.openxmlformats.org/drawingml/2006/main" w="0">
            <a:solidFill>
              <a:srgbClr val="E2601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0429E7-1A9C-4C7B-AB21-B34C1F37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67100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012"/>
          </a:solidFill>
          <a:ln xmlns:a="http://schemas.openxmlformats.org/drawingml/2006/main" w="0">
            <a:solidFill>
              <a:srgbClr val="E2601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A2DC50-EA2F-4F56-877C-3D4A482E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67100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012"/>
          </a:solidFill>
          <a:ln xmlns:a="http://schemas.openxmlformats.org/drawingml/2006/main" w="0">
            <a:solidFill>
              <a:srgbClr val="E2601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3123CA-9D84-4588-B61E-79CC96BA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467100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012"/>
          </a:solidFill>
          <a:ln xmlns:a="http://schemas.openxmlformats.org/drawingml/2006/main" w="0">
            <a:solidFill>
              <a:srgbClr val="E2601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9FB478-0A07-43BC-817C-12A5E913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467100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012"/>
          </a:solidFill>
          <a:ln xmlns:a="http://schemas.openxmlformats.org/drawingml/2006/main" w="0">
            <a:solidFill>
              <a:srgbClr val="E2601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D0AA61-AAA2-474D-9E95-6ACAAB95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67100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012"/>
          </a:solidFill>
          <a:ln xmlns:a="http://schemas.openxmlformats.org/drawingml/2006/main" w="0">
            <a:solidFill>
              <a:srgbClr val="E2601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07B7CC-E4E2-4761-A14F-B1638436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67100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012"/>
          </a:solidFill>
          <a:ln xmlns:a="http://schemas.openxmlformats.org/drawingml/2006/main" w="0">
            <a:solidFill>
              <a:srgbClr val="E2601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3F58F2-5647-4C63-A259-D66D3ECC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467100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012"/>
          </a:solidFill>
          <a:ln xmlns:a="http://schemas.openxmlformats.org/drawingml/2006/main" w="0">
            <a:solidFill>
              <a:srgbClr val="E2601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0E3614-EED6-4835-A8BC-8903BF4C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467100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012"/>
          </a:solidFill>
          <a:ln xmlns:a="http://schemas.openxmlformats.org/drawingml/2006/main" w="0">
            <a:solidFill>
              <a:srgbClr val="E2601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0A79E1-F0FA-4406-9F76-83D2D3AA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67100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012"/>
          </a:solidFill>
          <a:ln xmlns:a="http://schemas.openxmlformats.org/drawingml/2006/main" w="0">
            <a:solidFill>
              <a:srgbClr val="E2601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56D14D-1794-4F01-9C5A-03D1C45C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67100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012"/>
          </a:solidFill>
          <a:ln xmlns:a="http://schemas.openxmlformats.org/drawingml/2006/main" w="0">
            <a:solidFill>
              <a:srgbClr val="E2601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9CCE83-4C38-4705-B8D9-5BB67164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67100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012"/>
          </a:solidFill>
          <a:ln xmlns:a="http://schemas.openxmlformats.org/drawingml/2006/main" w="0">
            <a:solidFill>
              <a:srgbClr val="E2601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E1419D-F4B7-427D-920F-A20561C8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67100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012"/>
          </a:solidFill>
          <a:ln xmlns:a="http://schemas.openxmlformats.org/drawingml/2006/main" w="0">
            <a:solidFill>
              <a:srgbClr val="E2601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E1DAE7-FD38-4A3F-B267-B49B4B66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467100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012"/>
          </a:solidFill>
          <a:ln xmlns:a="http://schemas.openxmlformats.org/drawingml/2006/main" w="0">
            <a:solidFill>
              <a:srgbClr val="E2601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884175-5C02-4BFC-875A-F1C66BB0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4671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012"/>
          </a:solidFill>
          <a:ln xmlns:a="http://schemas.openxmlformats.org/drawingml/2006/main" w="0">
            <a:solidFill>
              <a:srgbClr val="E2601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9D9079-B1E2-4291-9D0B-F5EE12DB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2162175" y="34099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26012"/>
          </a:solidFill>
          <a:ln xmlns:a="http://schemas.openxmlformats.org/drawingml/2006/main" w="0">
            <a:solidFill>
              <a:srgbClr val="E2601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DAB356-0C42-4DBA-ADA4-50B5BB5D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22320"/>
            <a:ext cx="276225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7A"/>
          </a:solidFill>
          <a:ln xmlns:a="http://schemas.openxmlformats.org/drawingml/2006/main" w="0">
            <a:solidFill>
              <a:srgbClr val="00727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CD7619-F830-46FF-84B0-7798444C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019675" y="32670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727A"/>
          </a:solidFill>
          <a:ln xmlns:a="http://schemas.openxmlformats.org/drawingml/2006/main" w="0">
            <a:solidFill>
              <a:srgbClr val="00727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B14C31-E81C-4C26-9467-4EA97B82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32008"/>
            <a:ext cx="276225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7A"/>
          </a:solidFill>
          <a:ln xmlns:a="http://schemas.openxmlformats.org/drawingml/2006/main" w="0">
            <a:solidFill>
              <a:srgbClr val="00727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054C15-59B8-4637-84A7-305B41AF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019675" y="4576763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727A"/>
          </a:solidFill>
          <a:ln xmlns:a="http://schemas.openxmlformats.org/drawingml/2006/main" w="0">
            <a:solidFill>
              <a:srgbClr val="00727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BF2369-EC29-4D77-89D6-1FE4AF63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919788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7A"/>
          </a:solidFill>
          <a:ln xmlns:a="http://schemas.openxmlformats.org/drawingml/2006/main" w="0">
            <a:solidFill>
              <a:srgbClr val="00727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EFF23C-AC8B-4E5C-97D3-29EEFDA6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919788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7A"/>
          </a:solidFill>
          <a:ln xmlns:a="http://schemas.openxmlformats.org/drawingml/2006/main" w="0">
            <a:solidFill>
              <a:srgbClr val="00727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2278B9-ED37-4500-B224-5CCCCAFC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919788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7A"/>
          </a:solidFill>
          <a:ln xmlns:a="http://schemas.openxmlformats.org/drawingml/2006/main" w="0">
            <a:solidFill>
              <a:srgbClr val="00727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309BDC-FA74-4BE6-BBF6-92123DBE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919788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7A"/>
          </a:solidFill>
          <a:ln xmlns:a="http://schemas.openxmlformats.org/drawingml/2006/main" w="0">
            <a:solidFill>
              <a:srgbClr val="00727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93C34B-EFCC-4E31-B911-389B92E2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919788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7A"/>
          </a:solidFill>
          <a:ln xmlns:a="http://schemas.openxmlformats.org/drawingml/2006/main" w="0">
            <a:solidFill>
              <a:srgbClr val="00727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D22DE8-A1CB-49A9-A416-E8519BF1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919788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7A"/>
          </a:solidFill>
          <a:ln xmlns:a="http://schemas.openxmlformats.org/drawingml/2006/main" w="0">
            <a:solidFill>
              <a:srgbClr val="00727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2A25F7-2034-4678-808D-E1FD7275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919788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7A"/>
          </a:solidFill>
          <a:ln xmlns:a="http://schemas.openxmlformats.org/drawingml/2006/main" w="0">
            <a:solidFill>
              <a:srgbClr val="00727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632F0B-9435-4EDE-AAD2-56D7C730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919788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7A"/>
          </a:solidFill>
          <a:ln xmlns:a="http://schemas.openxmlformats.org/drawingml/2006/main" w="0">
            <a:solidFill>
              <a:srgbClr val="00727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1EAEA6-3251-4306-ADE8-EA6E15F4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919788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7A"/>
          </a:solidFill>
          <a:ln xmlns:a="http://schemas.openxmlformats.org/drawingml/2006/main" w="0">
            <a:solidFill>
              <a:srgbClr val="00727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AED6E1-DDA9-4D14-BB78-E1761DEC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919788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7A"/>
          </a:solidFill>
          <a:ln xmlns:a="http://schemas.openxmlformats.org/drawingml/2006/main" w="0">
            <a:solidFill>
              <a:srgbClr val="00727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F7B3AB-F33B-4691-8D36-6B7379E5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919788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7A"/>
          </a:solidFill>
          <a:ln xmlns:a="http://schemas.openxmlformats.org/drawingml/2006/main" w="0">
            <a:solidFill>
              <a:srgbClr val="00727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4441D74-FFB2-42E0-964B-EE95271F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919788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7A"/>
          </a:solidFill>
          <a:ln xmlns:a="http://schemas.openxmlformats.org/drawingml/2006/main" w="0">
            <a:solidFill>
              <a:srgbClr val="00727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D92E798-1EF0-41DC-9CBB-BACE991C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919788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7A"/>
          </a:solidFill>
          <a:ln xmlns:a="http://schemas.openxmlformats.org/drawingml/2006/main" w="0">
            <a:solidFill>
              <a:srgbClr val="00727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0607E04-4E2A-42BB-B2ED-0242E918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919788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7A"/>
          </a:solidFill>
          <a:ln xmlns:a="http://schemas.openxmlformats.org/drawingml/2006/main" w="0">
            <a:solidFill>
              <a:srgbClr val="00727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FD51D7E-8FB2-42F2-97B2-54B0097C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919788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7A"/>
          </a:solidFill>
          <a:ln xmlns:a="http://schemas.openxmlformats.org/drawingml/2006/main" w="0">
            <a:solidFill>
              <a:srgbClr val="00727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36A1A64-E1EF-4832-856E-A769433E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919788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7A"/>
          </a:solidFill>
          <a:ln xmlns:a="http://schemas.openxmlformats.org/drawingml/2006/main" w="0">
            <a:solidFill>
              <a:srgbClr val="00727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3E22386-2F56-410D-B457-CD2C5E83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919788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7A"/>
          </a:solidFill>
          <a:ln xmlns:a="http://schemas.openxmlformats.org/drawingml/2006/main" w="0">
            <a:solidFill>
              <a:srgbClr val="00727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980972C-04F3-47AE-A68D-0F485E02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919788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7A"/>
          </a:solidFill>
          <a:ln xmlns:a="http://schemas.openxmlformats.org/drawingml/2006/main" w="0">
            <a:solidFill>
              <a:srgbClr val="00727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313FA70-5F1A-4E9C-938F-C3ED21D0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919788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7A"/>
          </a:solidFill>
          <a:ln xmlns:a="http://schemas.openxmlformats.org/drawingml/2006/main" w="0">
            <a:solidFill>
              <a:srgbClr val="00727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29BCDC5-5EEA-4FF6-80B4-597C2C3D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019675" y="5862638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727A"/>
          </a:solidFill>
          <a:ln xmlns:a="http://schemas.openxmlformats.org/drawingml/2006/main" w="0">
            <a:solidFill>
              <a:srgbClr val="00727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DB5D6DA-33F6-46B7-99B2-6A218C84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65195"/>
            <a:ext cx="238125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0000"/>
          </a:solidFill>
          <a:ln xmlns:a="http://schemas.openxmlformats.org/drawingml/2006/main" w="0">
            <a:solidFill>
              <a:srgbClr val="C4000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14C8714-DFC8-48AF-B3C9-BEBEA2DD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877425" y="34099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40000"/>
          </a:solidFill>
          <a:ln xmlns:a="http://schemas.openxmlformats.org/drawingml/2006/main" w="0">
            <a:solidFill>
              <a:srgbClr val="C4000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B826CAB-E876-403E-B1A5-981377B2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38538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0000"/>
          </a:solidFill>
          <a:ln xmlns:a="http://schemas.openxmlformats.org/drawingml/2006/main" w="0">
            <a:solidFill>
              <a:srgbClr val="C4000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0CAFABA-DB53-40ED-A790-520E2A68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538538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0000"/>
          </a:solidFill>
          <a:ln xmlns:a="http://schemas.openxmlformats.org/drawingml/2006/main" w="0">
            <a:solidFill>
              <a:srgbClr val="C4000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B1B0E3D-A9C9-4EDF-8905-9057B6DD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8538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0000"/>
          </a:solidFill>
          <a:ln xmlns:a="http://schemas.openxmlformats.org/drawingml/2006/main" w="0">
            <a:solidFill>
              <a:srgbClr val="C4000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10C88EE-79FC-42A4-A5D3-E2361A27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38538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0000"/>
          </a:solidFill>
          <a:ln xmlns:a="http://schemas.openxmlformats.org/drawingml/2006/main" w="0">
            <a:solidFill>
              <a:srgbClr val="C4000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A94EE87-B680-4084-A701-556AAB8E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38538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0000"/>
          </a:solidFill>
          <a:ln xmlns:a="http://schemas.openxmlformats.org/drawingml/2006/main" w="0">
            <a:solidFill>
              <a:srgbClr val="C4000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40D2E24-CB10-409F-B129-7FF52845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38538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0000"/>
          </a:solidFill>
          <a:ln xmlns:a="http://schemas.openxmlformats.org/drawingml/2006/main" w="0">
            <a:solidFill>
              <a:srgbClr val="C4000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C9A9BCB-49FF-40C7-B5D6-9799BA95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38538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0000"/>
          </a:solidFill>
          <a:ln xmlns:a="http://schemas.openxmlformats.org/drawingml/2006/main" w="0">
            <a:solidFill>
              <a:srgbClr val="C4000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B012C29-EF79-430B-A3FA-56D8CF4F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38538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0000"/>
          </a:solidFill>
          <a:ln xmlns:a="http://schemas.openxmlformats.org/drawingml/2006/main" w="0">
            <a:solidFill>
              <a:srgbClr val="C4000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7443FBC-7F2D-4654-8139-106734F1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38538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0000"/>
          </a:solidFill>
          <a:ln xmlns:a="http://schemas.openxmlformats.org/drawingml/2006/main" w="0">
            <a:solidFill>
              <a:srgbClr val="C4000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1B5E324-063C-44C6-9294-256C6115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538538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0000"/>
          </a:solidFill>
          <a:ln xmlns:a="http://schemas.openxmlformats.org/drawingml/2006/main" w="0">
            <a:solidFill>
              <a:srgbClr val="C4000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FBCA75B-3A0C-4FEC-AC4A-0FA86782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38538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0000"/>
          </a:solidFill>
          <a:ln xmlns:a="http://schemas.openxmlformats.org/drawingml/2006/main" w="0">
            <a:solidFill>
              <a:srgbClr val="C4000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3CE5FDB-390C-48D2-A554-6A6CAEC1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38538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0000"/>
          </a:solidFill>
          <a:ln xmlns:a="http://schemas.openxmlformats.org/drawingml/2006/main" w="0">
            <a:solidFill>
              <a:srgbClr val="C4000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C504387-8B83-4D80-A4BC-C43DCBA0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38538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0000"/>
          </a:solidFill>
          <a:ln xmlns:a="http://schemas.openxmlformats.org/drawingml/2006/main" w="0">
            <a:solidFill>
              <a:srgbClr val="C4000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4C16853-C839-48A3-B6E1-37C3FC4B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538538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0000"/>
          </a:solidFill>
          <a:ln xmlns:a="http://schemas.openxmlformats.org/drawingml/2006/main" w="0">
            <a:solidFill>
              <a:srgbClr val="C4000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C8BFD0A-3F1A-475C-902B-E1755946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38538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0000"/>
          </a:solidFill>
          <a:ln xmlns:a="http://schemas.openxmlformats.org/drawingml/2006/main" w="0">
            <a:solidFill>
              <a:srgbClr val="C40000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FBDBA0D-7EE3-4DE6-B5FD-4219C3BC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538538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0000"/>
          </a:solidFill>
          <a:ln xmlns:a="http://schemas.openxmlformats.org/drawingml/2006/main" w="0">
            <a:solidFill>
              <a:srgbClr val="C4000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A7AFE03-BEE8-454D-9B4D-FFFEE91D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7400925" y="3481388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40000"/>
          </a:solidFill>
          <a:ln xmlns:a="http://schemas.openxmlformats.org/drawingml/2006/main" w="0">
            <a:solidFill>
              <a:srgbClr val="C4000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DCDD22E-BC05-47D2-AFBC-4E3593BD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43000"/>
            <a:ext cx="176212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8F2"/>
          </a:solidFill>
          <a:ln xmlns:a="http://schemas.openxmlformats.org/drawingml/2006/main" w="12383">
            <a:solidFill>
              <a:srgbClr val="E26012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B4FBBFC-780D-428D-9CCD-43972361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219200"/>
            <a:ext cx="1609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260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26012"/>
                </a:solidFill>
                <a:latin typeface="Microsoft YaHei"/>
                <a:ea typeface="Microsoft YaHei"/>
                <a:cs typeface="Microsoft YaHei"/>
              </a:rPr>
              <a:t>显控分系统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872BE46-EB67-484F-A2B5-5AF394CF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504950"/>
            <a:ext cx="14954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显控任务提交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任务状态查询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研判结果展示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F4927CF-5150-498D-9CF9-A643A3F2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0"/>
            <a:ext cx="1762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BFC"/>
          </a:solidFill>
          <a:ln xmlns:a="http://schemas.openxmlformats.org/drawingml/2006/main" w="12383">
            <a:solidFill>
              <a:srgbClr val="00727A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CCA6D85-A8BD-4626-8609-46E3E0CF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933700"/>
            <a:ext cx="1609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7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27A"/>
                </a:solidFill>
                <a:latin typeface="Microsoft YaHei"/>
                <a:ea typeface="Microsoft YaHei"/>
                <a:cs typeface="Microsoft YaHei"/>
              </a:rPr>
              <a:t>信息处理感知子系统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510A700-7562-41CF-9B8D-9A2047F8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219450"/>
            <a:ext cx="14954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检测识别跟踪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定位与置信度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异常评分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6EC6B25-A929-4232-BC96-2CEDBA68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43375"/>
            <a:ext cx="17621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2FBFC"/>
          </a:solidFill>
          <a:ln xmlns:a="http://schemas.openxmlformats.org/drawingml/2006/main" w="12383">
            <a:solidFill>
              <a:srgbClr val="00727A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D51D2AE-46CA-4E0B-AF96-F07EEE7E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219575"/>
            <a:ext cx="1609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7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27A"/>
                </a:solidFill>
                <a:latin typeface="Microsoft YaHei"/>
                <a:ea typeface="Microsoft YaHei"/>
                <a:cs typeface="Microsoft YaHei"/>
              </a:rPr>
              <a:t>雷达状态服务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4774429-5043-469F-8D2B-07727197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505325"/>
            <a:ext cx="14954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工作模式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波形参数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资源占用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设备健康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4600FD6-90C3-4A77-A756-6346E3EA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76875"/>
            <a:ext cx="176212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2FBFC"/>
          </a:solidFill>
          <a:ln xmlns:a="http://schemas.openxmlformats.org/drawingml/2006/main" w="12383">
            <a:solidFill>
              <a:srgbClr val="00727A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CCDDB39-7567-4EF1-A095-AD573579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553075"/>
            <a:ext cx="1609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7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27A"/>
                </a:solidFill>
                <a:latin typeface="Microsoft YaHei"/>
                <a:ea typeface="Microsoft YaHei"/>
                <a:cs typeface="Microsoft YaHei"/>
              </a:rPr>
              <a:t>数据知识底座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D9D945A-331C-4403-8F78-28D91020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838825"/>
            <a:ext cx="14954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知识片段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历史案例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参数策略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经验条目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E66D8BA-8673-4A7F-BD98-6BF5D010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95375"/>
            <a:ext cx="2476500" cy="4762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B2C69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0E2EA9E-42B5-4620-BA81-9C847AB6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171575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rPr>
              <a:t>雷达智能体子系统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CDE7A03-F90C-4F2A-9C27-8C6E2BD2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457325"/>
            <a:ext cx="22098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任务接入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智能研判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流程编排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工具代理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记忆追溯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43983FD-12E7-495F-BA4F-D667EC5D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05125"/>
            <a:ext cx="176212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8F8"/>
          </a:solidFill>
          <a:ln xmlns:a="http://schemas.openxmlformats.org/drawingml/2006/main" w="12383">
            <a:solidFill>
              <a:srgbClr val="C40000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28BFFC1-AD99-4084-98D9-176FF7AC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981325"/>
            <a:ext cx="1609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4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40000"/>
                </a:solidFill>
                <a:latin typeface="Microsoft YaHei"/>
                <a:ea typeface="Microsoft YaHei"/>
                <a:cs typeface="Microsoft YaHei"/>
              </a:rPr>
              <a:t>阵面控制分系统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A4B20CF-3988-4E4D-A255-27D5791D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267075"/>
            <a:ext cx="14954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控制请求对接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参数下发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执行状态回传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260A28C-872C-4B93-851E-8DD60EB6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952500"/>
            <a:ext cx="2095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FFFF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4F3D12D-4AE1-4F6B-9B44-810B7705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0287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260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26012"/>
                </a:solidFill>
                <a:latin typeface="Microsoft YaHei"/>
                <a:ea typeface="Microsoft YaHei"/>
                <a:cs typeface="Microsoft YaHei"/>
              </a:rPr>
              <a:t>① 显控任务提交接口（HTTP）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DDA7CE9-2DF6-4425-BB8E-40D93DEA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314450"/>
            <a:ext cx="1828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输入：自然语言指令、目标/区域、参数面板、用户权限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6108E4B-A10D-4CCB-A51B-4D2C5B1E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809750"/>
            <a:ext cx="23336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FFFFFF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C90D0F7-7DC1-4447-B07F-73ECCE9D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85950"/>
            <a:ext cx="2181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260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26012"/>
                </a:solidFill>
                <a:latin typeface="Microsoft YaHei"/>
                <a:ea typeface="Microsoft YaHei"/>
                <a:cs typeface="Microsoft YaHei"/>
              </a:rPr>
              <a:t>② 显控任务状态接口（HTTP/消息）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2DF37A2-7DF7-4CD1-A2E4-2085D3AC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71700"/>
            <a:ext cx="20669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输出：任务状态、流程节点、异常提示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E1D0B8B-0814-419B-A5AF-99787E6B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67000"/>
            <a:ext cx="2333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FFFFFF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D026A99-61B9-44BD-8B12-9A3789E7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43200"/>
            <a:ext cx="2181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260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26012"/>
                </a:solidFill>
                <a:latin typeface="Microsoft YaHei"/>
                <a:ea typeface="Microsoft YaHei"/>
                <a:cs typeface="Microsoft YaHei"/>
              </a:rPr>
              <a:t>③ 智能研判结果接口（HTTP/消息）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31AA8CD-DFB5-45D1-BF7D-D4A540CD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28950"/>
            <a:ext cx="20669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输出：研判摘要、证据链、候选参数、风险提示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5CCC664-1D9A-425B-AB8F-A95B5E0E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95700"/>
            <a:ext cx="233362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FFFFF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C2D6F1D-18BC-4000-B30C-7F5F1EB1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71900"/>
            <a:ext cx="2181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7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27A"/>
                </a:solidFill>
                <a:latin typeface="Microsoft YaHei"/>
                <a:ea typeface="Microsoft YaHei"/>
                <a:cs typeface="Microsoft YaHei"/>
              </a:rPr>
              <a:t>④ 感知结果接入接口（消息）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0B70BF2-75F7-422D-9229-AC05DED4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057650"/>
            <a:ext cx="20669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输入：检测、识别、跟踪、定位、置信度、异常评分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3B1B1C4-34A9-4963-9FB4-24F28597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648200"/>
            <a:ext cx="2333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FFFFFF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656AE00-DA31-47FF-813E-7D628D66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724400"/>
            <a:ext cx="2181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7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27A"/>
                </a:solidFill>
                <a:latin typeface="Microsoft YaHei"/>
                <a:ea typeface="Microsoft YaHei"/>
                <a:cs typeface="Microsoft YaHei"/>
              </a:rPr>
              <a:t>⑤ 雷达状态接入接口（网络/消息）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E807C5B-0522-4AB6-9A39-F8C7FC4A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010150"/>
            <a:ext cx="20669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输入：模式、波形、资源、健康、告警、环境状态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4C436E5-1B3E-4EA6-972D-79930B98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667375"/>
            <a:ext cx="2333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FFFFF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07C9A0A-5A95-4ED7-BC46-249031F4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743575"/>
            <a:ext cx="2181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7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27A"/>
                </a:solidFill>
                <a:latin typeface="Microsoft YaHei"/>
                <a:ea typeface="Microsoft YaHei"/>
                <a:cs typeface="Microsoft YaHei"/>
              </a:rPr>
              <a:t>⑥ 数据知识访问接口（HTTP/数据库）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8A79F36-A31D-4396-8460-D6BD79D7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029325"/>
            <a:ext cx="20669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知识片段、历史案例、参数策略、时序指标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74AD8E9-D031-4241-A2C8-D820170D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62250"/>
            <a:ext cx="195262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FFFFF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BC918EC-B8F6-4D8C-89DD-27408AE8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38450"/>
            <a:ext cx="1800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4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40000"/>
                </a:solidFill>
                <a:latin typeface="Microsoft YaHei"/>
                <a:ea typeface="Microsoft YaHei"/>
                <a:cs typeface="Microsoft YaHei"/>
              </a:rPr>
              <a:t>⑦ 控制请求对接接口（网络）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5D2440B-4D62-49ED-86FC-5DE56F38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24200"/>
            <a:ext cx="1685925" cy="153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输出：阵面调度、波形参数、波束控制、回滚条件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返回：受理结果、执行状态、效果指标、异常信息</a:t>
            </a:r>
          </a:p>
        </p:txBody>
      </p:sp>
      <p:pic>
        <p:nvPicPr>
          <p:cNvPr id="1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e8083ef5b94109">
            <a:extLst>
              <a:ext uri="{96DAC541-7B7A-43D3-8B79-37D633B846F1}">
                <asvg:svgBlip xmlns:asvg="http://schemas.microsoft.com/office/drawing/2016/SVG/main" r:embed="R54a6517700c3432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1257300"/>
            <a:ext cx="209550" cy="209550"/>
          </a:xfrm>
          <a:prstGeom xmlns:a="http://schemas.openxmlformats.org/drawingml/2006/main" prst="rect">
            <a:avLst/>
          </a:prstGeom>
        </p:spPr>
      </p:pic>
      <p:pic>
        <p:nvPicPr>
          <p:cNvPr id="1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a00620987540a0">
            <a:extLst>
              <a:ext uri="{96DAC541-7B7A-43D3-8B79-37D633B846F1}">
                <asvg:svgBlip xmlns:asvg="http://schemas.microsoft.com/office/drawing/2016/SVG/main" r:embed="R0fa789fd6e14494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2971800"/>
            <a:ext cx="209550" cy="209550"/>
          </a:xfrm>
          <a:prstGeom xmlns:a="http://schemas.openxmlformats.org/drawingml/2006/main" prst="rect">
            <a:avLst/>
          </a:prstGeom>
        </p:spPr>
      </p:pic>
      <p:pic>
        <p:nvPicPr>
          <p:cNvPr id="1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5eeea52ca14807">
            <a:extLst>
              <a:ext uri="{96DAC541-7B7A-43D3-8B79-37D633B846F1}">
                <asvg:svgBlip xmlns:asvg="http://schemas.microsoft.com/office/drawing/2016/SVG/main" r:embed="R928c56df0da146a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4257675"/>
            <a:ext cx="209550" cy="209550"/>
          </a:xfrm>
          <a:prstGeom xmlns:a="http://schemas.openxmlformats.org/drawingml/2006/main" prst="rect">
            <a:avLst/>
          </a:prstGeom>
        </p:spPr>
      </p:pic>
      <p:pic>
        <p:nvPicPr>
          <p:cNvPr id="1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bbcb7da9dc4115">
            <a:extLst>
              <a:ext uri="{96DAC541-7B7A-43D3-8B79-37D633B846F1}">
                <asvg:svgBlip xmlns:asvg="http://schemas.microsoft.com/office/drawing/2016/SVG/main" r:embed="Rbdfe5f14e2dd494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" y="5591175"/>
            <a:ext cx="209550" cy="209550"/>
          </a:xfrm>
          <a:prstGeom xmlns:a="http://schemas.openxmlformats.org/drawingml/2006/main" prst="rect">
            <a:avLst/>
          </a:prstGeom>
        </p:spPr>
      </p:pic>
      <p:pic>
        <p:nvPicPr>
          <p:cNvPr id="1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e27e3703114e6a">
            <a:extLst>
              <a:ext uri="{96DAC541-7B7A-43D3-8B79-37D633B846F1}">
                <asvg:svgBlip xmlns:asvg="http://schemas.microsoft.com/office/drawing/2016/SVG/main" r:embed="R04540aacf6de4c0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62550" y="1209675"/>
            <a:ext cx="209550" cy="209550"/>
          </a:xfrm>
          <a:prstGeom xmlns:a="http://schemas.openxmlformats.org/drawingml/2006/main" prst="rect">
            <a:avLst/>
          </a:prstGeom>
        </p:spPr>
      </p:pic>
      <p:pic>
        <p:nvPicPr>
          <p:cNvPr id="1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d30583b5e94bba">
            <a:extLst>
              <a:ext uri="{96DAC541-7B7A-43D3-8B79-37D633B846F1}">
                <asvg:svgBlip xmlns:asvg="http://schemas.microsoft.com/office/drawing/2016/SVG/main" r:embed="R776fc2b3886c41e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020300" y="3019425"/>
            <a:ext cx="209550" cy="209550"/>
          </a:xfrm>
          <a:prstGeom xmlns:a="http://schemas.openxmlformats.org/drawingml/2006/main" prst="rect">
            <a:avLst/>
          </a:prstGeom>
        </p:spPr>
      </p:pic>
      <p:pic>
        <p:nvPicPr>
          <p:cNvPr id="1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024b93a58d4324">
            <a:extLst>
              <a:ext uri="{96DAC541-7B7A-43D3-8B79-37D633B846F1}">
                <asvg:svgBlip xmlns:asvg="http://schemas.microsoft.com/office/drawing/2016/SVG/main" r:embed="Ra210b73333f64c6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876550" y="1066800"/>
            <a:ext cx="209550" cy="209550"/>
          </a:xfrm>
          <a:prstGeom xmlns:a="http://schemas.openxmlformats.org/drawingml/2006/main" prst="rect">
            <a:avLst/>
          </a:prstGeom>
        </p:spPr>
      </p:pic>
      <p:pic>
        <p:nvPicPr>
          <p:cNvPr id="1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74f326e6554628">
            <a:extLst>
              <a:ext uri="{96DAC541-7B7A-43D3-8B79-37D633B846F1}">
                <asvg:svgBlip xmlns:asvg="http://schemas.microsoft.com/office/drawing/2016/SVG/main" r:embed="R943d522ae21c440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876550" y="1924050"/>
            <a:ext cx="209550" cy="209550"/>
          </a:xfrm>
          <a:prstGeom xmlns:a="http://schemas.openxmlformats.org/drawingml/2006/main" prst="rect">
            <a:avLst/>
          </a:prstGeom>
        </p:spPr>
      </p:pic>
      <p:pic>
        <p:nvPicPr>
          <p:cNvPr id="1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fae4e9219d4dd2">
            <a:extLst>
              <a:ext uri="{96DAC541-7B7A-43D3-8B79-37D633B846F1}">
                <asvg:svgBlip xmlns:asvg="http://schemas.microsoft.com/office/drawing/2016/SVG/main" r:embed="Rba22c0ad55474c5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876550" y="2781300"/>
            <a:ext cx="209550" cy="209550"/>
          </a:xfrm>
          <a:prstGeom xmlns:a="http://schemas.openxmlformats.org/drawingml/2006/main" prst="rect">
            <a:avLst/>
          </a:prstGeom>
        </p:spPr>
      </p:pic>
      <p:pic>
        <p:nvPicPr>
          <p:cNvPr id="1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a1b4e18c8d47ee">
            <a:extLst>
              <a:ext uri="{96DAC541-7B7A-43D3-8B79-37D633B846F1}">
                <asvg:svgBlip xmlns:asvg="http://schemas.microsoft.com/office/drawing/2016/SVG/main" r:embed="R0356c76177dd4e8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876550" y="3810000"/>
            <a:ext cx="209550" cy="209550"/>
          </a:xfrm>
          <a:prstGeom xmlns:a="http://schemas.openxmlformats.org/drawingml/2006/main" prst="rect">
            <a:avLst/>
          </a:prstGeom>
        </p:spPr>
      </p:pic>
      <p:pic>
        <p:nvPicPr>
          <p:cNvPr id="1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1f915da2104ec2">
            <a:extLst>
              <a:ext uri="{96DAC541-7B7A-43D3-8B79-37D633B846F1}">
                <asvg:svgBlip xmlns:asvg="http://schemas.microsoft.com/office/drawing/2016/SVG/main" r:embed="Rc1fc3860d8a748d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876550" y="4762500"/>
            <a:ext cx="209550" cy="209550"/>
          </a:xfrm>
          <a:prstGeom xmlns:a="http://schemas.openxmlformats.org/drawingml/2006/main" prst="rect">
            <a:avLst/>
          </a:prstGeom>
        </p:spPr>
      </p:pic>
      <p:pic>
        <p:nvPicPr>
          <p:cNvPr id="1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0ce1f4af404f6b">
            <a:extLst>
              <a:ext uri="{96DAC541-7B7A-43D3-8B79-37D633B846F1}">
                <asvg:svgBlip xmlns:asvg="http://schemas.microsoft.com/office/drawing/2016/SVG/main" r:embed="R1db2f520356949b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876550" y="578167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ECA4C5C-46A9-4FC9-84C5-979346D6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191250"/>
            <a:ext cx="1714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6012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0E86D06-26EF-4342-8F1C-2423FA9D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1912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260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012"/>
                </a:solidFill>
                <a:latin typeface="Microsoft YaHei"/>
                <a:ea typeface="Microsoft YaHei"/>
                <a:cs typeface="Microsoft YaHei"/>
              </a:rPr>
              <a:t>HTTP接口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FB55BF2-04EF-4227-9854-7B314D21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191250"/>
            <a:ext cx="1714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6012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B7B33B5-6506-4E0F-8FE9-57AA2C7E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1912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260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012"/>
                </a:solidFill>
                <a:latin typeface="Microsoft YaHei"/>
                <a:ea typeface="Microsoft YaHei"/>
                <a:cs typeface="Microsoft YaHei"/>
              </a:rPr>
              <a:t>消息接口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E79FD7F-65F1-4F3A-894C-BC157B33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191250"/>
            <a:ext cx="1714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0000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D8B8D9C-A853-4289-A4CF-8CB35D4E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1912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4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40000"/>
                </a:solidFill>
                <a:latin typeface="Microsoft YaHei"/>
                <a:ea typeface="Microsoft YaHei"/>
                <a:cs typeface="Microsoft YaHei"/>
              </a:rPr>
              <a:t>网络通信接口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7AC013B-AA38-498F-A94D-C18A33FD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191250"/>
            <a:ext cx="1714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727A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715D3C0-240B-4B79-863B-73BD5C0E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1912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7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0727A"/>
                </a:solidFill>
                <a:latin typeface="Microsoft YaHei"/>
                <a:ea typeface="Microsoft YaHei"/>
                <a:cs typeface="Microsoft YaHei"/>
              </a:rPr>
              <a:t>数据库接口</a:t>
            </a:r>
          </a:p>
        </p:txBody>
      </p:sp>
    </p:spTree>
    <p:extLst>
      <p:ext uri="{BB962C8B-B14F-4D97-AF65-F5344CB8AC3E}">
        <p14:creationId xmlns:p14="http://schemas.microsoft.com/office/powerpoint/2010/main" val="138857456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02BEFA-A7DF-4813-9B96-0CAE52F0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DFF"/>
          </a:solidFill>
          <a:ln xmlns:a="http://schemas.openxmlformats.org/drawingml/2006/main" w="0">
            <a:solidFill>
              <a:srgbClr val="FCF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684285-4500-4363-BDF8-C1E6C3B4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1450"/>
            <a:ext cx="704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rPr>
              <a:t>雷达智能体子系统内部接口图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28517E-1C9C-4072-BCAA-1707E15F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762000"/>
            <a:ext cx="7810500" cy="5095875"/>
          </a:xfrm>
          <a:prstGeom xmlns:a="http://schemas.openxmlformats.org/drawingml/2006/main" prst="roundRect">
            <a:avLst>
              <a:gd name="adj" fmla="val 14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B2C6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B9C404-EEF5-406E-8B1D-AF1CEA5A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819150"/>
            <a:ext cx="762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rPr>
              <a:t>雷达智能体子系统内部接口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F5D693-3443-4C7B-9AE5-CA3FEBB2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274695"/>
            <a:ext cx="104775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AF"/>
          </a:solidFill>
          <a:ln xmlns:a="http://schemas.openxmlformats.org/drawingml/2006/main" w="0">
            <a:solidFill>
              <a:srgbClr val="0F5FA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F87A60-F119-4A16-960B-6FA821F7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876550" y="32194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5FAF"/>
          </a:solidFill>
          <a:ln xmlns:a="http://schemas.openxmlformats.org/drawingml/2006/main" w="0">
            <a:solidFill>
              <a:srgbClr val="0F5FA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EBEA91-8C3A-4036-A12C-E2286CE8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941195"/>
            <a:ext cx="1476375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012"/>
          </a:solidFill>
          <a:ln xmlns:a="http://schemas.openxmlformats.org/drawingml/2006/main" w="0">
            <a:solidFill>
              <a:srgbClr val="E2601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4E5A67-D1E7-4713-B5DD-ADE65456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543925" y="18859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26012"/>
          </a:solidFill>
          <a:ln xmlns:a="http://schemas.openxmlformats.org/drawingml/2006/main" w="0">
            <a:solidFill>
              <a:srgbClr val="E2601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AE554D-B892-4DD9-89A5-F6912774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1195" y="2762250"/>
            <a:ext cx="228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012"/>
          </a:solidFill>
          <a:ln xmlns:a="http://schemas.openxmlformats.org/drawingml/2006/main" w="0">
            <a:solidFill>
              <a:srgbClr val="E2601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140B8D-181D-4E39-AD80-1F04A25F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505950" y="33051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26012"/>
          </a:solidFill>
          <a:ln xmlns:a="http://schemas.openxmlformats.org/drawingml/2006/main" w="0">
            <a:solidFill>
              <a:srgbClr val="E2601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4CE886-EB6C-478A-BED1-1F8C8B55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941195"/>
            <a:ext cx="333375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7A"/>
          </a:solidFill>
          <a:ln xmlns:a="http://schemas.openxmlformats.org/drawingml/2006/main" w="0">
            <a:solidFill>
              <a:srgbClr val="00727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CCC7E9-C630-46E6-BD65-1F68564D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400925" y="18859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727A"/>
          </a:solidFill>
          <a:ln xmlns:a="http://schemas.openxmlformats.org/drawingml/2006/main" w="0">
            <a:solidFill>
              <a:srgbClr val="00727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559AEF-03DC-425F-A66D-808F1136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131945"/>
            <a:ext cx="333375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7A"/>
          </a:solidFill>
          <a:ln xmlns:a="http://schemas.openxmlformats.org/drawingml/2006/main" w="0">
            <a:solidFill>
              <a:srgbClr val="00727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F6ED64-AEDD-4BC7-9101-8403DB42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6972300" y="40767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727A"/>
          </a:solidFill>
          <a:ln xmlns:a="http://schemas.openxmlformats.org/drawingml/2006/main" w="0">
            <a:solidFill>
              <a:srgbClr val="00727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108B9E-0B32-4490-9D4B-ECCC0D9A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62250"/>
            <a:ext cx="190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23B"/>
          </a:solidFill>
          <a:ln xmlns:a="http://schemas.openxmlformats.org/drawingml/2006/main" w="0">
            <a:solidFill>
              <a:srgbClr val="1382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6A7ED2-CF77-4B95-A665-10E7ADF7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14650"/>
            <a:ext cx="190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23B"/>
          </a:solidFill>
          <a:ln xmlns:a="http://schemas.openxmlformats.org/drawingml/2006/main" w="0">
            <a:solidFill>
              <a:srgbClr val="13823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864791-1E7A-4050-BAE2-075E49A7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67050"/>
            <a:ext cx="190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23B"/>
          </a:solidFill>
          <a:ln xmlns:a="http://schemas.openxmlformats.org/drawingml/2006/main" w="0">
            <a:solidFill>
              <a:srgbClr val="1382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30FE38-9ED4-493B-B566-B77B3C50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19450"/>
            <a:ext cx="19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23B"/>
          </a:solidFill>
          <a:ln xmlns:a="http://schemas.openxmlformats.org/drawingml/2006/main" w="0">
            <a:solidFill>
              <a:srgbClr val="13823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D1502F-AC38-47EE-8C63-43BFCF85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933950" y="32575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3823B"/>
          </a:solidFill>
          <a:ln xmlns:a="http://schemas.openxmlformats.org/drawingml/2006/main" w="0">
            <a:solidFill>
              <a:srgbClr val="13823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30FD83-FDA2-4CF8-9EEA-67994EAF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570" y="2762250"/>
            <a:ext cx="2286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23B"/>
          </a:solidFill>
          <a:ln xmlns:a="http://schemas.openxmlformats.org/drawingml/2006/main" w="0">
            <a:solidFill>
              <a:srgbClr val="1382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7132EA-8EA0-435A-9CFB-2C06E562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62325" y="26384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3823B"/>
          </a:solidFill>
          <a:ln xmlns:a="http://schemas.openxmlformats.org/drawingml/2006/main" w="0">
            <a:solidFill>
              <a:srgbClr val="13823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19E620-39EE-48C1-80B9-731495E6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4352925" y="4005263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727A"/>
          </a:solidFill>
          <a:ln xmlns:a="http://schemas.openxmlformats.org/drawingml/2006/main" w="0">
            <a:solidFill>
              <a:srgbClr val="00727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B76CF0-8B18-40EC-8E08-A3149D96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33850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7A"/>
          </a:solidFill>
          <a:ln xmlns:a="http://schemas.openxmlformats.org/drawingml/2006/main" w="0">
            <a:solidFill>
              <a:srgbClr val="00727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BEFE57-A8EB-4E95-91E4-D7FA35BD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133850"/>
            <a:ext cx="3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7A"/>
          </a:solidFill>
          <a:ln xmlns:a="http://schemas.openxmlformats.org/drawingml/2006/main" w="0">
            <a:solidFill>
              <a:srgbClr val="00727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2B6F20-A22A-40DC-8A6C-0B36DF8B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91425" y="40767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727A"/>
          </a:solidFill>
          <a:ln xmlns:a="http://schemas.openxmlformats.org/drawingml/2006/main" w="0">
            <a:solidFill>
              <a:srgbClr val="00727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64FE51-5796-43AB-A664-E773B139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943100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0000"/>
          </a:solidFill>
          <a:ln xmlns:a="http://schemas.openxmlformats.org/drawingml/2006/main" w="0">
            <a:solidFill>
              <a:srgbClr val="C40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4B54F6-E6C5-4698-B138-C54328CE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1943100"/>
            <a:ext cx="3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0000"/>
          </a:solidFill>
          <a:ln xmlns:a="http://schemas.openxmlformats.org/drawingml/2006/main" w="0">
            <a:solidFill>
              <a:srgbClr val="C4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3458C5-17BB-4443-AD25-4E1AF513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734675" y="18859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40000"/>
          </a:solidFill>
          <a:ln xmlns:a="http://schemas.openxmlformats.org/drawingml/2006/main" w="0">
            <a:solidFill>
              <a:srgbClr val="C4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EEC2C9-F3FA-4772-ABD5-B1C38485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33850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AF"/>
          </a:solidFill>
          <a:ln xmlns:a="http://schemas.openxmlformats.org/drawingml/2006/main" w="0">
            <a:solidFill>
              <a:srgbClr val="0F5FA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18F471-C6B3-489A-847B-54BFE5B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133850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AF"/>
          </a:solidFill>
          <a:ln xmlns:a="http://schemas.openxmlformats.org/drawingml/2006/main" w="0">
            <a:solidFill>
              <a:srgbClr val="0F5FA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B25B88-2AE3-476B-B87E-AFDD5A48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133850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AF"/>
          </a:solidFill>
          <a:ln xmlns:a="http://schemas.openxmlformats.org/drawingml/2006/main" w="0">
            <a:solidFill>
              <a:srgbClr val="0F5FA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5A6044-D758-45A1-9DD9-77812439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133850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AF"/>
          </a:solidFill>
          <a:ln xmlns:a="http://schemas.openxmlformats.org/drawingml/2006/main" w="0">
            <a:solidFill>
              <a:srgbClr val="0F5FA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C45843-43B5-40C2-BCC6-F53400B4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133850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AF"/>
          </a:solidFill>
          <a:ln xmlns:a="http://schemas.openxmlformats.org/drawingml/2006/main" w="0">
            <a:solidFill>
              <a:srgbClr val="0F5FA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5A2573-5DFF-4166-ADA5-70B25920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33850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AF"/>
          </a:solidFill>
          <a:ln xmlns:a="http://schemas.openxmlformats.org/drawingml/2006/main" w="0">
            <a:solidFill>
              <a:srgbClr val="0F5FA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10A4FF-63ED-4FED-93A5-7EA8871C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133850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AF"/>
          </a:solidFill>
          <a:ln xmlns:a="http://schemas.openxmlformats.org/drawingml/2006/main" w="0">
            <a:solidFill>
              <a:srgbClr val="0F5FA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91CF5D-EE13-449D-A9C3-AB85A9E6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133850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AF"/>
          </a:solidFill>
          <a:ln xmlns:a="http://schemas.openxmlformats.org/drawingml/2006/main" w="0">
            <a:solidFill>
              <a:srgbClr val="0F5FA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1FE4EA-79F3-45CB-8338-360FFE30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13385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AF"/>
          </a:solidFill>
          <a:ln xmlns:a="http://schemas.openxmlformats.org/drawingml/2006/main" w="0">
            <a:solidFill>
              <a:srgbClr val="0F5FA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7335C2-72D1-4996-925B-961A28B1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734675" y="40767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5FAF"/>
          </a:solidFill>
          <a:ln xmlns:a="http://schemas.openxmlformats.org/drawingml/2006/main" w="0">
            <a:solidFill>
              <a:srgbClr val="0F5FA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043F5AA-F99C-43AE-B689-4DD95F1B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904875"/>
            <a:ext cx="1524000" cy="4762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2383">
            <a:solidFill>
              <a:srgbClr val="0B2C6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4CA61E-FF98-4E7D-9F55-F239D078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981075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rPr>
              <a:t>外部接入接口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BCDD13-71A2-4E6C-9C64-D62E733E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266825"/>
            <a:ext cx="12573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显控系统</a:t>
            </a:r>
          </a:p>
          <a:p xmlns:a="http://schemas.openxmlformats.org/drawingml/2006/main">
            <a:pPr algn="l">
              <a:defRPr sz="788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信息处理感知子系统</a:t>
            </a:r>
          </a:p>
          <a:p xmlns:a="http://schemas.openxmlformats.org/drawingml/2006/main">
            <a:pPr algn="l">
              <a:defRPr sz="788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雷达状态与环境数据</a:t>
            </a:r>
          </a:p>
          <a:p xmlns:a="http://schemas.openxmlformats.org/drawingml/2006/main">
            <a:pPr algn="l">
              <a:defRPr sz="788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数据知识底座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D52FA6B-01C0-48BB-80E2-778827F0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143000"/>
            <a:ext cx="4191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2383">
            <a:solidFill>
              <a:srgbClr val="0B2C6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4F2BC54-42D2-499A-A74F-41BBADA8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219200"/>
            <a:ext cx="403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rPr>
              <a:t>认知核心模块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B36931F-678D-4DB1-A35D-0671ACEB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504950"/>
            <a:ext cx="3924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任务运行管理单元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认知推理接口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能力包调度接口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结果发布接口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D9E3239-0582-466F-AAEA-10BB858D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86125"/>
            <a:ext cx="20955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4FBF5"/>
          </a:solidFill>
          <a:ln xmlns:a="http://schemas.openxmlformats.org/drawingml/2006/main" w="12383">
            <a:solidFill>
              <a:srgbClr val="13823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325515E-C227-4E50-9144-32A40B4F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62325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rPr>
              <a:t>记忆管理模块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E4B29CA-11C3-4FD7-8E51-5C8E6DA5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48075"/>
            <a:ext cx="182880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记忆读取接口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记忆写入接口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追溯记录与经验回流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A189958-154D-4AB0-B8D7-3D6677FD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00625"/>
            <a:ext cx="3143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2FBFC"/>
          </a:solidFill>
          <a:ln xmlns:a="http://schemas.openxmlformats.org/drawingml/2006/main" w="12383">
            <a:solidFill>
              <a:srgbClr val="00727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F0BA66E-E82B-4491-9DE0-523F4DFF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076825"/>
            <a:ext cx="2990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rPr>
              <a:t>数据库管理与接入模块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DB7DD71-511C-41BE-93B8-22B0A648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362575"/>
            <a:ext cx="2876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数据库接入接口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关系型数据库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向量数据库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图数据库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时序数据库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100EA1C-037B-45DB-9ED8-CB65E4F7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0"/>
            <a:ext cx="2095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2FBFC"/>
          </a:solidFill>
          <a:ln xmlns:a="http://schemas.openxmlformats.org/drawingml/2006/main" w="12383">
            <a:solidFill>
              <a:srgbClr val="00727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C65232A-D67E-42AC-96FF-BC65C094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40995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rPr>
              <a:t>工具执行模块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A970BA3-B7E4-4D5D-B5AE-7ADB3924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95700"/>
            <a:ext cx="18288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工具代理接口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工具结果标准化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控制请求适配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740A2ED-A8DF-4A17-B8C3-920A3A4C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43000"/>
            <a:ext cx="2000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6EF"/>
          </a:solidFill>
          <a:ln xmlns:a="http://schemas.openxmlformats.org/drawingml/2006/main" w="12383">
            <a:solidFill>
              <a:srgbClr val="E2601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F9FE293-966D-435A-82CD-0B6F2BC4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21920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260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26012"/>
                </a:solidFill>
                <a:latin typeface="Microsoft YaHei"/>
                <a:ea typeface="Microsoft YaHei"/>
                <a:cs typeface="Microsoft YaHei"/>
              </a:rPr>
              <a:t>工作流引擎模块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90A9144-596D-4916-8857-BBFD33A2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04950"/>
            <a:ext cx="17335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工作流代理接口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节点状态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审批与回滚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5F24A41-701F-4D0D-9F0B-BA310541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952500"/>
            <a:ext cx="1190625" cy="44767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0B2C69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1CABE71-DBDF-4E39-ADE7-BCF55595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028700"/>
            <a:ext cx="1038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rPr>
              <a:t>贯穿式治理机制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A1AFC57-88DB-4899-A429-C156AB10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314450"/>
            <a:ext cx="923925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门控判定接口</a:t>
            </a:r>
          </a:p>
          <a:p xmlns:a="http://schemas.openxmlformats.org/drawingml/2006/main">
            <a:pPr algn="l">
              <a:defRPr sz="788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放行/阻断/降级</a:t>
            </a:r>
          </a:p>
          <a:p xmlns:a="http://schemas.openxmlformats.org/drawingml/2006/main">
            <a:pPr algn="l">
              <a:defRPr sz="788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追溯记录接口</a:t>
            </a:r>
          </a:p>
          <a:p xmlns:a="http://schemas.openxmlformats.org/drawingml/2006/main">
            <a:pPr algn="l">
              <a:defRPr sz="788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任务输入与输出结果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6d74b461b7431e">
            <a:extLst>
              <a:ext uri="{96DAC541-7B7A-43D3-8B79-37D633B846F1}">
                <asvg:svgBlip xmlns:asvg="http://schemas.microsoft.com/office/drawing/2016/SVG/main" r:embed="Re443aebba53f424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" y="1019175"/>
            <a:ext cx="209550" cy="209550"/>
          </a:xfrm>
          <a:prstGeom xmlns:a="http://schemas.openxmlformats.org/drawingml/2006/main" prst="rect">
            <a:avLst/>
          </a:prstGeom>
        </p:spPr>
      </p:pic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7fc13a939e49af">
            <a:extLst>
              <a:ext uri="{96DAC541-7B7A-43D3-8B79-37D633B846F1}">
                <asvg:svgBlip xmlns:asvg="http://schemas.microsoft.com/office/drawing/2016/SVG/main" r:embed="R7ced2d1b95ac4ff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019425" y="1257300"/>
            <a:ext cx="209550" cy="209550"/>
          </a:xfrm>
          <a:prstGeom xmlns:a="http://schemas.openxmlformats.org/drawingml/2006/main" prst="rect">
            <a:avLst/>
          </a:prstGeom>
        </p:spPr>
      </p:pic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992218490b42db">
            <a:extLst>
              <a:ext uri="{96DAC541-7B7A-43D3-8B79-37D633B846F1}">
                <asvg:svgBlip xmlns:asvg="http://schemas.microsoft.com/office/drawing/2016/SVG/main" r:embed="R6ec135b4791d42d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495550" y="3400425"/>
            <a:ext cx="209550" cy="209550"/>
          </a:xfrm>
          <a:prstGeom xmlns:a="http://schemas.openxmlformats.org/drawingml/2006/main" prst="rect">
            <a:avLst/>
          </a:prstGeom>
        </p:spPr>
      </p:pic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5c1e82b2c0432d">
            <a:extLst>
              <a:ext uri="{96DAC541-7B7A-43D3-8B79-37D633B846F1}">
                <asvg:svgBlip xmlns:asvg="http://schemas.microsoft.com/office/drawing/2016/SVG/main" r:embed="R1058626c20504b6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91050" y="5114925"/>
            <a:ext cx="209550" cy="209550"/>
          </a:xfrm>
          <a:prstGeom xmlns:a="http://schemas.openxmlformats.org/drawingml/2006/main" prst="rect">
            <a:avLst/>
          </a:prstGeom>
        </p:spPr>
      </p:pic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0e1d83cb6b4697">
            <a:extLst>
              <a:ext uri="{96DAC541-7B7A-43D3-8B79-37D633B846F1}">
                <asvg:svgBlip xmlns:asvg="http://schemas.microsoft.com/office/drawing/2016/SVG/main" r:embed="R1a13d32a31554e9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543800" y="3448050"/>
            <a:ext cx="209550" cy="209550"/>
          </a:xfrm>
          <a:prstGeom xmlns:a="http://schemas.openxmlformats.org/drawingml/2006/main" prst="rect">
            <a:avLst/>
          </a:prstGeom>
        </p:spPr>
      </p:pic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f03344c4504996">
            <a:extLst>
              <a:ext uri="{96DAC541-7B7A-43D3-8B79-37D633B846F1}">
                <asvg:svgBlip xmlns:asvg="http://schemas.microsoft.com/office/drawing/2016/SVG/main" r:embed="R3cf589c4725845a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686800" y="1257300"/>
            <a:ext cx="209550" cy="209550"/>
          </a:xfrm>
          <a:prstGeom xmlns:a="http://schemas.openxmlformats.org/drawingml/2006/main" prst="rect">
            <a:avLst/>
          </a:prstGeom>
        </p:spPr>
      </p:pic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48183b2f114446">
            <a:extLst>
              <a:ext uri="{96DAC541-7B7A-43D3-8B79-37D633B846F1}">
                <asvg:svgBlip xmlns:asvg="http://schemas.microsoft.com/office/drawing/2016/SVG/main" r:embed="Rdee5a40f311a4b6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877550" y="106680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FC2E9F4-4B5F-4C5B-B5EC-38BA03C6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38875"/>
            <a:ext cx="15240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3823B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769A629-B108-418E-B811-08DF0BEA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3887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382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3823B"/>
                </a:solidFill>
                <a:latin typeface="Microsoft YaHei"/>
                <a:ea typeface="Microsoft YaHei"/>
                <a:cs typeface="Microsoft YaHei"/>
              </a:rPr>
              <a:t>函数库调用接口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3319175-49D3-436F-AD77-C4AAA7DF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238875"/>
            <a:ext cx="15240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727A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B61AAFC-9273-41F7-AC7B-F9CD56AD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23887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72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0727A"/>
                </a:solidFill>
                <a:latin typeface="Microsoft YaHei"/>
                <a:ea typeface="Microsoft YaHei"/>
                <a:cs typeface="Microsoft YaHei"/>
              </a:rPr>
              <a:t>数据库接口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EE7ACF0-E977-4279-B281-3C2969F1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238875"/>
            <a:ext cx="15240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5FA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9906CC5-21CA-4694-8077-7A866A47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23887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5F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5FAF"/>
                </a:solidFill>
                <a:latin typeface="Microsoft YaHei"/>
                <a:ea typeface="Microsoft YaHei"/>
                <a:cs typeface="Microsoft YaHei"/>
              </a:rPr>
              <a:t>HTTP接口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C80D6E0-6564-43BD-ABB7-92ED73ED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238875"/>
            <a:ext cx="15240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601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8036CA4-4C64-4744-8766-DC6AB418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23887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260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012"/>
                </a:solidFill>
                <a:latin typeface="Microsoft YaHei"/>
                <a:ea typeface="Microsoft YaHei"/>
                <a:cs typeface="Microsoft YaHei"/>
              </a:rPr>
              <a:t>消息接口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8E79FAB-AEDD-4B50-B896-3AC4102A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238875"/>
            <a:ext cx="15240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0000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B988374-C1BF-4F68-886F-D53962BD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23887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4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40000"/>
                </a:solidFill>
                <a:latin typeface="Microsoft YaHei"/>
                <a:ea typeface="Microsoft YaHei"/>
                <a:cs typeface="Microsoft YaHei"/>
              </a:rPr>
              <a:t>门控接口</a:t>
            </a:r>
          </a:p>
        </p:txBody>
      </p:sp>
    </p:spTree>
    <p:extLst>
      <p:ext uri="{BB962C8B-B14F-4D97-AF65-F5344CB8AC3E}">
        <p14:creationId xmlns:p14="http://schemas.microsoft.com/office/powerpoint/2010/main" val="84269201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C0B9FA-61E2-4495-8D9F-EDB59417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DFF"/>
          </a:solidFill>
          <a:ln xmlns:a="http://schemas.openxmlformats.org/drawingml/2006/main" w="0">
            <a:solidFill>
              <a:srgbClr val="FCF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3685E0-EFFC-4636-8644-926853DB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1450"/>
            <a:ext cx="704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rPr>
              <a:t>系统外部接口图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7D1A1E-8174-442F-80D4-17F065D9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572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B2C6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1CAF5D-5920-42AC-B866-2436FD4F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91440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rPr>
              <a:t>智能雷达软件系统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890651-8CC0-4DF5-83EC-10E77D5B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50695"/>
            <a:ext cx="1857375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012"/>
          </a:solidFill>
          <a:ln xmlns:a="http://schemas.openxmlformats.org/drawingml/2006/main" w="0">
            <a:solidFill>
              <a:srgbClr val="E2601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B8A228-1357-46FD-829C-585580EB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305300" y="16954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26012"/>
          </a:solidFill>
          <a:ln xmlns:a="http://schemas.openxmlformats.org/drawingml/2006/main" w="0">
            <a:solidFill>
              <a:srgbClr val="E2601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D7734C-19E7-4C56-A581-AC369D54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50695"/>
            <a:ext cx="1857375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012"/>
          </a:solidFill>
          <a:ln xmlns:a="http://schemas.openxmlformats.org/drawingml/2006/main" w="0">
            <a:solidFill>
              <a:srgbClr val="E2601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B3BE41-C4A5-40B3-B3D0-B002E9F1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305300" y="16954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26012"/>
          </a:solidFill>
          <a:ln xmlns:a="http://schemas.openxmlformats.org/drawingml/2006/main" w="0">
            <a:solidFill>
              <a:srgbClr val="E2601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81CF7D-F366-4F80-981F-E42C3DB0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51008"/>
            <a:ext cx="1857375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AF"/>
          </a:solidFill>
          <a:ln xmlns:a="http://schemas.openxmlformats.org/drawingml/2006/main" w="0">
            <a:solidFill>
              <a:srgbClr val="0F5FA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6E687C-FB12-443C-86AE-B0ED676A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305300" y="4195763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5FAF"/>
          </a:solidFill>
          <a:ln xmlns:a="http://schemas.openxmlformats.org/drawingml/2006/main" w="0">
            <a:solidFill>
              <a:srgbClr val="0F5FA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8FD806-E74D-4544-95EE-5A43235A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51008"/>
            <a:ext cx="381000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AF"/>
          </a:solidFill>
          <a:ln xmlns:a="http://schemas.openxmlformats.org/drawingml/2006/main" w="0">
            <a:solidFill>
              <a:srgbClr val="0F5FA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890F10-82FF-4CD6-9445-5D37FA8E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57925" y="4195763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5FAF"/>
          </a:solidFill>
          <a:ln xmlns:a="http://schemas.openxmlformats.org/drawingml/2006/main" w="0">
            <a:solidFill>
              <a:srgbClr val="0F5FA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FB4E61-9117-4230-BE43-488964F6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52913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AF"/>
          </a:solidFill>
          <a:ln xmlns:a="http://schemas.openxmlformats.org/drawingml/2006/main" w="0">
            <a:solidFill>
              <a:srgbClr val="0F5FA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BE348A-3C5C-4CAA-A880-7C78C525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252913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AF"/>
          </a:solidFill>
          <a:ln xmlns:a="http://schemas.openxmlformats.org/drawingml/2006/main" w="0">
            <a:solidFill>
              <a:srgbClr val="0F5FA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21F2B4-FEFB-476C-A66E-BE129116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252913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AF"/>
          </a:solidFill>
          <a:ln xmlns:a="http://schemas.openxmlformats.org/drawingml/2006/main" w="0">
            <a:solidFill>
              <a:srgbClr val="0F5FA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9F4788-E920-420F-BE16-A2F7DD64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252913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AF"/>
          </a:solidFill>
          <a:ln xmlns:a="http://schemas.openxmlformats.org/drawingml/2006/main" w="0">
            <a:solidFill>
              <a:srgbClr val="0F5FA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F64897-4FEF-4F2B-952B-E0712DC1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252913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AF"/>
          </a:solidFill>
          <a:ln xmlns:a="http://schemas.openxmlformats.org/drawingml/2006/main" w="0">
            <a:solidFill>
              <a:srgbClr val="0F5FA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07540E-3ABB-4AE8-BB05-8438C288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52913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AF"/>
          </a:solidFill>
          <a:ln xmlns:a="http://schemas.openxmlformats.org/drawingml/2006/main" w="0">
            <a:solidFill>
              <a:srgbClr val="0F5FA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6DD2A9-24F9-464D-861E-E4F4CB84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252913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AF"/>
          </a:solidFill>
          <a:ln xmlns:a="http://schemas.openxmlformats.org/drawingml/2006/main" w="0">
            <a:solidFill>
              <a:srgbClr val="0F5FA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414979-453B-4121-A9BF-B20DF342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52913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AF"/>
          </a:solidFill>
          <a:ln xmlns:a="http://schemas.openxmlformats.org/drawingml/2006/main" w="0">
            <a:solidFill>
              <a:srgbClr val="0F5FA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DB6857-AE7B-4604-BE1C-D4554C2B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52913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AF"/>
          </a:solidFill>
          <a:ln xmlns:a="http://schemas.openxmlformats.org/drawingml/2006/main" w="0">
            <a:solidFill>
              <a:srgbClr val="0F5FA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97B14D-BB1A-47E3-9BAC-9B46FBEC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252913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AF"/>
          </a:solidFill>
          <a:ln xmlns:a="http://schemas.openxmlformats.org/drawingml/2006/main" w="0">
            <a:solidFill>
              <a:srgbClr val="0F5FA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508EA8-4467-45C5-8CDA-AA10FB48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52913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AF"/>
          </a:solidFill>
          <a:ln xmlns:a="http://schemas.openxmlformats.org/drawingml/2006/main" w="0">
            <a:solidFill>
              <a:srgbClr val="0F5FA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72E48E-F6DA-4E22-B936-6F6C175F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252913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AF"/>
          </a:solidFill>
          <a:ln xmlns:a="http://schemas.openxmlformats.org/drawingml/2006/main" w="0">
            <a:solidFill>
              <a:srgbClr val="0F5FA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0381C2-C4A9-4C3E-910D-586568E7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52913"/>
            <a:ext cx="285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FAF"/>
          </a:solidFill>
          <a:ln xmlns:a="http://schemas.openxmlformats.org/drawingml/2006/main" w="0">
            <a:solidFill>
              <a:srgbClr val="0F5FA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4A9DAB-3AEF-49D9-ABD8-1AE9DAFB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305300" y="4195763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5FAF"/>
          </a:solidFill>
          <a:ln xmlns:a="http://schemas.openxmlformats.org/drawingml/2006/main" w="0">
            <a:solidFill>
              <a:srgbClr val="0F5FA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ABE0EE-D949-4F4D-AC8D-45203FC0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93570"/>
            <a:ext cx="1952625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23B"/>
          </a:solidFill>
          <a:ln xmlns:a="http://schemas.openxmlformats.org/drawingml/2006/main" w="0">
            <a:solidFill>
              <a:srgbClr val="13823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4C287D-438B-4865-BA31-CA225115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7829550" y="18383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3823B"/>
          </a:solidFill>
          <a:ln xmlns:a="http://schemas.openxmlformats.org/drawingml/2006/main" w="0">
            <a:solidFill>
              <a:srgbClr val="13823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359CD0-4BF5-452C-BE64-04C497D4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93570"/>
            <a:ext cx="1952625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23B"/>
          </a:solidFill>
          <a:ln xmlns:a="http://schemas.openxmlformats.org/drawingml/2006/main" w="0">
            <a:solidFill>
              <a:srgbClr val="1382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DAAA9E-3131-4064-B017-885BA72B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7829550" y="18383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3823B"/>
          </a:solidFill>
          <a:ln xmlns:a="http://schemas.openxmlformats.org/drawingml/2006/main" w="0">
            <a:solidFill>
              <a:srgbClr val="13823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397029-389A-43AA-A539-545005F4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750820"/>
            <a:ext cx="1952625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AA5"/>
          </a:solidFill>
          <a:ln xmlns:a="http://schemas.openxmlformats.org/drawingml/2006/main" w="0">
            <a:solidFill>
              <a:srgbClr val="6E4AA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DADDBD-A5E1-499C-86D3-E4B8289A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877425" y="26955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E4AA5"/>
          </a:solidFill>
          <a:ln xmlns:a="http://schemas.openxmlformats.org/drawingml/2006/main" w="0">
            <a:solidFill>
              <a:srgbClr val="6E4AA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95F6EC-5112-4A0D-A5FF-FEB0072C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252913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AA5"/>
          </a:solidFill>
          <a:ln xmlns:a="http://schemas.openxmlformats.org/drawingml/2006/main" w="0">
            <a:solidFill>
              <a:srgbClr val="6E4AA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6505B0-99CA-49E8-9F0E-614F65E0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252913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AA5"/>
          </a:solidFill>
          <a:ln xmlns:a="http://schemas.openxmlformats.org/drawingml/2006/main" w="0">
            <a:solidFill>
              <a:srgbClr val="6E4AA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1DDDBB-18E7-438C-9E95-D3C6EB04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252913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AA5"/>
          </a:solidFill>
          <a:ln xmlns:a="http://schemas.openxmlformats.org/drawingml/2006/main" w="0">
            <a:solidFill>
              <a:srgbClr val="6E4AA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30F11E-5CDE-413B-A3F8-63CD151E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252913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AA5"/>
          </a:solidFill>
          <a:ln xmlns:a="http://schemas.openxmlformats.org/drawingml/2006/main" w="0">
            <a:solidFill>
              <a:srgbClr val="6E4AA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161C8B-455A-4505-8BE0-C8381730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252913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AA5"/>
          </a:solidFill>
          <a:ln xmlns:a="http://schemas.openxmlformats.org/drawingml/2006/main" w="0">
            <a:solidFill>
              <a:srgbClr val="6E4AA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140365B-5BDD-4B38-A94A-C266ED1E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252913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AA5"/>
          </a:solidFill>
          <a:ln xmlns:a="http://schemas.openxmlformats.org/drawingml/2006/main" w="0">
            <a:solidFill>
              <a:srgbClr val="6E4AA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EC45B2-5A35-47BF-BC57-52EC19D1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252913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AA5"/>
          </a:solidFill>
          <a:ln xmlns:a="http://schemas.openxmlformats.org/drawingml/2006/main" w="0">
            <a:solidFill>
              <a:srgbClr val="6E4AA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5178FAF-DDC9-4EF9-9A4E-341B4E9D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252913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AA5"/>
          </a:solidFill>
          <a:ln xmlns:a="http://schemas.openxmlformats.org/drawingml/2006/main" w="0">
            <a:solidFill>
              <a:srgbClr val="6E4AA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6C345B6-9217-40A3-BFE1-A77EB839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252913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AA5"/>
          </a:solidFill>
          <a:ln xmlns:a="http://schemas.openxmlformats.org/drawingml/2006/main" w="0">
            <a:solidFill>
              <a:srgbClr val="6E4AA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F29E93C-9F14-412F-8846-C93DB348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252913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AA5"/>
          </a:solidFill>
          <a:ln xmlns:a="http://schemas.openxmlformats.org/drawingml/2006/main" w="0">
            <a:solidFill>
              <a:srgbClr val="6E4AA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5781C23-C769-40C0-BF4A-EC6E52DE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252913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AA5"/>
          </a:solidFill>
          <a:ln xmlns:a="http://schemas.openxmlformats.org/drawingml/2006/main" w="0">
            <a:solidFill>
              <a:srgbClr val="6E4AA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7734480-7A73-424A-AF0E-BC31276F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4252913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AA5"/>
          </a:solidFill>
          <a:ln xmlns:a="http://schemas.openxmlformats.org/drawingml/2006/main" w="0">
            <a:solidFill>
              <a:srgbClr val="6E4AA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3A542DF-54B4-47F2-82CD-BC0215B9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252913"/>
            <a:ext cx="85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AA5"/>
          </a:solidFill>
          <a:ln xmlns:a="http://schemas.openxmlformats.org/drawingml/2006/main" w="0">
            <a:solidFill>
              <a:srgbClr val="6E4AA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A8C6B2-B78A-44EE-AAAB-D1F81CB8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7829550" y="4195763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E4AA5"/>
          </a:solidFill>
          <a:ln xmlns:a="http://schemas.openxmlformats.org/drawingml/2006/main" w="0">
            <a:solidFill>
              <a:srgbClr val="6E4AA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2FB8B6B-76C4-4B70-83F6-9DFB0324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4570" y="5429250"/>
            <a:ext cx="2286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AA5"/>
          </a:solidFill>
          <a:ln xmlns:a="http://schemas.openxmlformats.org/drawingml/2006/main" w="0">
            <a:solidFill>
              <a:srgbClr val="6E4AA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920690F-3358-448A-A756-916412ED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29325" y="53054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E4AA5"/>
          </a:solidFill>
          <a:ln xmlns:a="http://schemas.openxmlformats.org/drawingml/2006/main" w="0">
            <a:solidFill>
              <a:srgbClr val="6E4AA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953C698-843F-404D-A18D-73D301CF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5429250"/>
            <a:ext cx="190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B8C4A12-A6CE-434B-8E6E-BFB2E7CE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5581650"/>
            <a:ext cx="190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B42AE4D-40FE-4FBF-9FFB-DF17497A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5734050"/>
            <a:ext cx="19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9CEF9B-9FF0-4FA9-A084-42F7E742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29325" y="53054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8828DD4-6584-4886-85DD-7FBA4AE1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62000"/>
            <a:ext cx="2190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6EF"/>
          </a:solidFill>
          <a:ln xmlns:a="http://schemas.openxmlformats.org/drawingml/2006/main" w="12383">
            <a:solidFill>
              <a:srgbClr val="E9A36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3EA3DF6-90E5-48A7-83D0-38229FF5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38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A3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9A3B00"/>
                </a:solidFill>
                <a:latin typeface="Microsoft YaHei"/>
                <a:ea typeface="Microsoft YaHei"/>
                <a:cs typeface="Microsoft YaHei"/>
              </a:rPr>
              <a:t>外部设备类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C2A2158-2323-4402-BDB3-B479E64E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19240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GPS/北斗/定北设备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IMU姿态设备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时间服务器/PPS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T/R组件、电源、伺服等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CC45C11-1458-492E-8C0B-497502D5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143250"/>
            <a:ext cx="2190750" cy="223837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2383">
            <a:solidFill>
              <a:srgbClr val="0F5FA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702FAD7-7C1D-4A0E-A246-F9CDEBE7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1945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rPr>
              <a:t>外部数据类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873C146-2AC2-480C-B9A5-565ECE50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505200"/>
            <a:ext cx="192405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外部LD数据源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光电/无线电/第三方增强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相机/云台/流媒体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无人机私云/机场设备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气象/船舶/AIS/ADS-B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A206BD9-020C-455F-972E-9A73F672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85875"/>
            <a:ext cx="166687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2383">
            <a:solidFill>
              <a:srgbClr val="0F5FA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2A3CD99-8B88-4B51-A4F5-B94723DE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362075"/>
            <a:ext cx="15144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rPr>
              <a:t>阵面控制分系统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30D9CEE-6DE0-4B13-B5F4-AFB3DA30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85875"/>
            <a:ext cx="166687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2383">
            <a:solidFill>
              <a:srgbClr val="0F5FA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7964FAE-25E9-464D-B055-2FE908F0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362075"/>
            <a:ext cx="15144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rPr>
              <a:t>信息处理感知子系统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56314D3-C215-4E9A-9012-77A8EBE3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81250"/>
            <a:ext cx="166687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2383">
            <a:solidFill>
              <a:srgbClr val="0F5FA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F9E9345-6E58-4694-9F20-2976DE5A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457450"/>
            <a:ext cx="15144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rPr>
              <a:t>LD智能体子系统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F7B104C-716B-47C3-B8CF-12126412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166687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2383">
            <a:solidFill>
              <a:srgbClr val="0F5FA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297156F-0B1E-4015-B95B-817C8FD4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57450"/>
            <a:ext cx="15144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rPr>
              <a:t>智能LD显控/综合显控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A0941E1-D2A3-43A6-835A-959E6F0D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524250"/>
            <a:ext cx="166687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2383">
            <a:solidFill>
              <a:srgbClr val="0F5FA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011BFDF-7C6B-4917-9516-6E5BED9F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600450"/>
            <a:ext cx="15144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rPr>
              <a:t>相机控制管理子系统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5DE9FC8-59EF-4A7C-92C5-3D64B329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24250"/>
            <a:ext cx="166687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2383">
            <a:solidFill>
              <a:srgbClr val="0F5FA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F79EB1E-805D-493F-B06B-0E87C672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00450"/>
            <a:ext cx="15144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rPr>
              <a:t>无人机控制管理子系统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7F7F5A7-6FAE-491E-90F5-D9A5CB2F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667250"/>
            <a:ext cx="166687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2383">
            <a:solidFill>
              <a:srgbClr val="0F5FA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774B0EA-7F6E-40FA-B3BE-1A7D4146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743450"/>
            <a:ext cx="15144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rPr>
              <a:t>记录回放子系统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F72E6AE-9F86-4F3C-B430-D193FBE3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67250"/>
            <a:ext cx="166687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12383">
            <a:solidFill>
              <a:srgbClr val="0F5FA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C55917B-A522-4698-8417-34C883C7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43450"/>
            <a:ext cx="15144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rPr>
              <a:t>能力生成演进工具链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24ED4DF-2C7C-4A83-A363-2189C563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04875"/>
            <a:ext cx="204787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BF5"/>
          </a:solidFill>
          <a:ln xmlns:a="http://schemas.openxmlformats.org/drawingml/2006/main" w="12383">
            <a:solidFill>
              <a:srgbClr val="13823B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572E499-AF98-4FC1-BE26-11C898DE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81075"/>
            <a:ext cx="18954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82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3823B"/>
                </a:solidFill>
                <a:latin typeface="Microsoft YaHei"/>
                <a:ea typeface="Microsoft YaHei"/>
                <a:cs typeface="Microsoft YaHei"/>
              </a:rPr>
              <a:t>外部服务类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DCB88A0-BFE2-4F5E-984C-2C37211A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266825"/>
            <a:ext cx="17811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数据知识底座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地图/瓦片服务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ASR/TTS/VLM/大模型服务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CE83B00-E8AA-4F81-A40E-0128E90B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43250"/>
            <a:ext cx="2047875" cy="22383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7F3FF"/>
          </a:solidFill>
          <a:ln xmlns:a="http://schemas.openxmlformats.org/drawingml/2006/main" w="12383">
            <a:solidFill>
              <a:srgbClr val="6E4AA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7E7701A-157E-4D50-BEB2-235305C8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219450"/>
            <a:ext cx="18954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E4A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E4AA5"/>
                </a:solidFill>
                <a:latin typeface="Microsoft YaHei"/>
                <a:ea typeface="Microsoft YaHei"/>
                <a:cs typeface="Microsoft YaHei"/>
              </a:rPr>
              <a:t>业务与归档类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D10B585-86B3-4175-AA09-066E1F4E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505200"/>
            <a:ext cx="1781175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上层业务/指挥控制系统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第三方同步系统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外部归档系统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外部分发消费端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4087357-7BF2-463F-BCB3-C2604D94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810250"/>
            <a:ext cx="7620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12383">
            <a:solidFill>
              <a:srgbClr val="777777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039E2B0-BC68-4E97-BEA0-FE1FA3D6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886450"/>
            <a:ext cx="7467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C69"/>
                </a:solidFill>
                <a:latin typeface="Microsoft YaHei"/>
                <a:ea typeface="Microsoft YaHei"/>
                <a:cs typeface="Microsoft YaHei"/>
              </a:rPr>
              <a:t>训练与保障类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ADFC71F-7C34-408E-B770-09A08CAE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6172200"/>
            <a:ext cx="7353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权限审计系统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部署配置服务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训练算力平台</a:t>
            </a:r>
          </a:p>
          <a:p xmlns:a="http://schemas.openxmlformats.org/drawingml/2006/main">
            <a:pPr algn="l">
              <a:def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3243D"/>
                </a:solidFill>
                <a:latin typeface="Microsoft YaHei"/>
                <a:ea typeface="Microsoft YaHei"/>
                <a:cs typeface="Microsoft YaHei"/>
              </a:rPr>
              <a:t>• 模型仓库/部署系统</a:t>
            </a:r>
          </a:p>
        </p:txBody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aa7b922e09462d">
            <a:extLst>
              <a:ext uri="{96DAC541-7B7A-43D3-8B79-37D633B846F1}">
                <asvg:svgBlip xmlns:asvg="http://schemas.microsoft.com/office/drawing/2016/SVG/main" r:embed="R5d0eff544c554d0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00050" y="876300"/>
            <a:ext cx="209550" cy="209550"/>
          </a:xfrm>
          <a:prstGeom xmlns:a="http://schemas.openxmlformats.org/drawingml/2006/main" prst="rect">
            <a:avLst/>
          </a:prstGeom>
        </p:spPr>
      </p:pic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fa9c5bda3844c4">
            <a:extLst>
              <a:ext uri="{96DAC541-7B7A-43D3-8B79-37D633B846F1}">
                <asvg:svgBlip xmlns:asvg="http://schemas.microsoft.com/office/drawing/2016/SVG/main" r:embed="Rf947d7c3e1ca44f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00050" y="3257550"/>
            <a:ext cx="209550" cy="209550"/>
          </a:xfrm>
          <a:prstGeom xmlns:a="http://schemas.openxmlformats.org/drawingml/2006/main" prst="rect">
            <a:avLst/>
          </a:prstGeom>
        </p:spPr>
      </p:pic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92fad27ec049a4">
            <a:extLst>
              <a:ext uri="{96DAC541-7B7A-43D3-8B79-37D633B846F1}">
                <asvg:svgBlip xmlns:asvg="http://schemas.microsoft.com/office/drawing/2016/SVG/main" r:embed="R86ad082814924c7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48175" y="1400175"/>
            <a:ext cx="209550" cy="209550"/>
          </a:xfrm>
          <a:prstGeom xmlns:a="http://schemas.openxmlformats.org/drawingml/2006/main" prst="rect">
            <a:avLst/>
          </a:prstGeom>
        </p:spPr>
      </p:pic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fbc07c88c2454b">
            <a:extLst>
              <a:ext uri="{96DAC541-7B7A-43D3-8B79-37D633B846F1}">
                <asvg:svgBlip xmlns:asvg="http://schemas.microsoft.com/office/drawing/2016/SVG/main" r:embed="R65761dbf9c4f408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00800" y="1400175"/>
            <a:ext cx="209550" cy="209550"/>
          </a:xfrm>
          <a:prstGeom xmlns:a="http://schemas.openxmlformats.org/drawingml/2006/main" prst="rect">
            <a:avLst/>
          </a:prstGeom>
        </p:spPr>
      </p:pic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f9cd2e449b43a1">
            <a:extLst>
              <a:ext uri="{96DAC541-7B7A-43D3-8B79-37D633B846F1}">
                <asvg:svgBlip xmlns:asvg="http://schemas.microsoft.com/office/drawing/2016/SVG/main" r:embed="R8bbedd7998c94dd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48175" y="2495550"/>
            <a:ext cx="209550" cy="209550"/>
          </a:xfrm>
          <a:prstGeom xmlns:a="http://schemas.openxmlformats.org/drawingml/2006/main" prst="rect">
            <a:avLst/>
          </a:prstGeom>
        </p:spPr>
      </p:pic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416961be9b4439">
            <a:extLst>
              <a:ext uri="{96DAC541-7B7A-43D3-8B79-37D633B846F1}">
                <asvg:svgBlip xmlns:asvg="http://schemas.microsoft.com/office/drawing/2016/SVG/main" r:embed="R40bfa70f5987425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00800" y="2495550"/>
            <a:ext cx="209550" cy="209550"/>
          </a:xfrm>
          <a:prstGeom xmlns:a="http://schemas.openxmlformats.org/drawingml/2006/main" prst="rect">
            <a:avLst/>
          </a:prstGeom>
        </p:spPr>
      </p:pic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5594ff4b9449fa">
            <a:extLst>
              <a:ext uri="{96DAC541-7B7A-43D3-8B79-37D633B846F1}">
                <asvg:svgBlip xmlns:asvg="http://schemas.microsoft.com/office/drawing/2016/SVG/main" r:embed="R44f8bef8339f4bf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48175" y="3638550"/>
            <a:ext cx="209550" cy="209550"/>
          </a:xfrm>
          <a:prstGeom xmlns:a="http://schemas.openxmlformats.org/drawingml/2006/main" prst="rect">
            <a:avLst/>
          </a:prstGeom>
        </p:spPr>
      </p:pic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d6193e539e4e6e">
            <a:extLst>
              <a:ext uri="{96DAC541-7B7A-43D3-8B79-37D633B846F1}">
                <asvg:svgBlip xmlns:asvg="http://schemas.microsoft.com/office/drawing/2016/SVG/main" r:embed="Rd90878e03aae42d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00800" y="3638550"/>
            <a:ext cx="209550" cy="209550"/>
          </a:xfrm>
          <a:prstGeom xmlns:a="http://schemas.openxmlformats.org/drawingml/2006/main" prst="rect">
            <a:avLst/>
          </a:prstGeom>
        </p:spPr>
      </p:pic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c3d2b45f4d4955">
            <a:extLst>
              <a:ext uri="{96DAC541-7B7A-43D3-8B79-37D633B846F1}">
                <asvg:svgBlip xmlns:asvg="http://schemas.microsoft.com/office/drawing/2016/SVG/main" r:embed="R6cc1b20e6e58408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48175" y="4781550"/>
            <a:ext cx="209550" cy="209550"/>
          </a:xfrm>
          <a:prstGeom xmlns:a="http://schemas.openxmlformats.org/drawingml/2006/main" prst="rect">
            <a:avLst/>
          </a:prstGeom>
        </p:spPr>
      </p:pic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9ecb4259ff40f8">
            <a:extLst>
              <a:ext uri="{96DAC541-7B7A-43D3-8B79-37D633B846F1}">
                <asvg:svgBlip xmlns:asvg="http://schemas.microsoft.com/office/drawing/2016/SVG/main" r:embed="Rd65a9a42f796464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00800" y="4781550"/>
            <a:ext cx="209550" cy="209550"/>
          </a:xfrm>
          <a:prstGeom xmlns:a="http://schemas.openxmlformats.org/drawingml/2006/main" prst="rect">
            <a:avLst/>
          </a:prstGeom>
        </p:spPr>
      </p:pic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92f9703ce2477f">
            <a:extLst>
              <a:ext uri="{96DAC541-7B7A-43D3-8B79-37D633B846F1}">
                <asvg:svgBlip xmlns:asvg="http://schemas.microsoft.com/office/drawing/2016/SVG/main" r:embed="R2a1a3f9781394d4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020300" y="1019175"/>
            <a:ext cx="209550" cy="209550"/>
          </a:xfrm>
          <a:prstGeom xmlns:a="http://schemas.openxmlformats.org/drawingml/2006/main" prst="rect">
            <a:avLst/>
          </a:prstGeom>
        </p:spPr>
      </p:pic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c3eeaaa43b423e">
            <a:extLst>
              <a:ext uri="{96DAC541-7B7A-43D3-8B79-37D633B846F1}">
                <asvg:svgBlip xmlns:asvg="http://schemas.microsoft.com/office/drawing/2016/SVG/main" r:embed="Rd87f592485ed4dd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020300" y="32575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305FD32-E24E-4E7A-A6F8-33121BD7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1714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5FAF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192C200-F3C7-4787-9FEE-3B4BE61F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960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5F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5FAF"/>
                </a:solidFill>
                <a:latin typeface="Microsoft YaHei"/>
                <a:ea typeface="Microsoft YaHei"/>
                <a:cs typeface="Microsoft YaHei"/>
              </a:rPr>
              <a:t>数据接入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12C67B7-51E6-480A-AC49-4E7B8549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96050"/>
            <a:ext cx="1714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3823B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1E88B97-B202-46BD-9FF9-3CA887DA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960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382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3823B"/>
                </a:solidFill>
                <a:latin typeface="Microsoft YaHei"/>
                <a:ea typeface="Microsoft YaHei"/>
                <a:cs typeface="Microsoft YaHei"/>
              </a:rPr>
              <a:t>服务调用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DDAA450-9188-4820-B889-2F5A70DF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6496050"/>
            <a:ext cx="1714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6012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2FE7456-0AE3-4B25-8D0C-C381E3CB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64960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260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012"/>
                </a:solidFill>
                <a:latin typeface="Microsoft YaHei"/>
                <a:ea typeface="Microsoft YaHei"/>
                <a:cs typeface="Microsoft YaHei"/>
              </a:rPr>
              <a:t>控制/遥测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DBEA58E-033F-49BC-A4F5-040A15CC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1714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E4AA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D5B4AF1-FA13-4834-BDFF-CD509536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960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E4A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E4AA5"/>
                </a:solidFill>
                <a:latin typeface="Microsoft YaHei"/>
                <a:ea typeface="Microsoft YaHei"/>
                <a:cs typeface="Microsoft YaHei"/>
              </a:rPr>
              <a:t>能力演进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1183A98-FFC6-4EF7-8DD9-84F9A8EF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496050"/>
            <a:ext cx="1714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7777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0708D94-CE73-41CB-8113-345E3ABA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4960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归档审计</a:t>
            </a:r>
          </a:p>
        </p:txBody>
      </p:sp>
    </p:spTree>
    <p:extLst>
      <p:ext uri="{BB962C8B-B14F-4D97-AF65-F5344CB8AC3E}">
        <p14:creationId xmlns:p14="http://schemas.microsoft.com/office/powerpoint/2010/main" val="21012216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2026-05-15T03:06:07.7300000Z</dcterms:created>
  <dcterms:modified xsi:type="dcterms:W3CDTF">2026-05-15T03:06:07.7300000Z</dcterms:modified>
</coreProperties>
</file>