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911b918b14990" /><Relationship Type="http://schemas.openxmlformats.org/officeDocument/2006/relationships/extended-properties" Target="/docProps/app.xml" Id="R743b1db523974145" /><Relationship Type="http://schemas.openxmlformats.org/officeDocument/2006/relationships/officeDocument" Target="/ppt/presentation.xml" Id="Rd00f3e919d59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b5325324cd4ed8"/>
  </p:sldMasterIdLst>
  <p:notesMasterIdLst>
    <p:notesMasterId xmlns:r="http://schemas.openxmlformats.org/officeDocument/2006/relationships" r:id="Re48199f136eb467d"/>
  </p:notesMasterIdLst>
  <p:sldIdLst>
    <p:sldId xmlns:r="http://schemas.openxmlformats.org/officeDocument/2006/relationships" id="256" r:id="R917225ec977440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5325324cd4ed8" /><Relationship Type="http://schemas.openxmlformats.org/officeDocument/2006/relationships/theme" Target="/ppt/theme/theme1.xml" Id="Ra6b967bf937c4ede" /><Relationship Type="http://schemas.openxmlformats.org/officeDocument/2006/relationships/notesMaster" Target="/ppt/notesMasters/notesMaster1.xml" Id="Re48199f136eb467d" /><Relationship Type="http://schemas.openxmlformats.org/officeDocument/2006/relationships/presProps" Target="/ppt/presProps.xml" Id="R44f4a9f7e4c24e55" /><Relationship Type="http://schemas.openxmlformats.org/officeDocument/2006/relationships/viewProps" Target="/ppt/viewProps.xml" Id="Ra7b38d4c85a34ca1" /><Relationship Type="http://schemas.openxmlformats.org/officeDocument/2006/relationships/tableStyles" Target="/ppt/tableStyles.xml" Id="Ra18ae79d9aa94972" /><Relationship Type="http://schemas.openxmlformats.org/officeDocument/2006/relationships/slide" Target="/ppt/slides/slide1.xml" Id="R917225ec977440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5b95f1ec98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c8b334c2c4e5d" /><Relationship Type="http://schemas.openxmlformats.org/officeDocument/2006/relationships/notesMaster" Target="/ppt/notesMasters/notesMaster1.xml" Id="Rf5be56eb9d70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b7153f41c4e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c404026cf2f4278" /><Relationship Type="http://schemas.openxmlformats.org/officeDocument/2006/relationships/slideLayout" Target="/ppt/slideLayouts/slideLayout2.xml" Id="Reb758d1e5de4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758d1e5de4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d14753cbbd4b58" /><Relationship Type="http://schemas.openxmlformats.org/officeDocument/2006/relationships/image" Target="/ppt/media/image.png" Id="Rc4d4e85690bd43f2" /><Relationship Type="http://schemas.openxmlformats.org/officeDocument/2006/relationships/image" Target="/ppt/media/image.svg" Id="R65f8f9baa3e84ee1" /><Relationship Type="http://schemas.openxmlformats.org/officeDocument/2006/relationships/image" Target="/ppt/media/image2.png" Id="R1b00120fb6784f0e" /><Relationship Type="http://schemas.openxmlformats.org/officeDocument/2006/relationships/image" Target="/ppt/media/image2.svg" Id="R0f4900576791437f" /><Relationship Type="http://schemas.openxmlformats.org/officeDocument/2006/relationships/image" Target="/ppt/media/image3.png" Id="Rd1eb06d68fe4405f" /><Relationship Type="http://schemas.openxmlformats.org/officeDocument/2006/relationships/image" Target="/ppt/media/image3.svg" Id="Rcaceb70655f84fc9" /><Relationship Type="http://schemas.openxmlformats.org/officeDocument/2006/relationships/image" Target="/ppt/media/image4.png" Id="R7d7a0059a0854729" /><Relationship Type="http://schemas.openxmlformats.org/officeDocument/2006/relationships/image" Target="/ppt/media/image4.svg" Id="Re3cf026b61ea4eec" /><Relationship Type="http://schemas.openxmlformats.org/officeDocument/2006/relationships/image" Target="/ppt/media/image5.png" Id="Rff5f9b8529c44041" /><Relationship Type="http://schemas.openxmlformats.org/officeDocument/2006/relationships/image" Target="/ppt/media/image5.svg" Id="R56fa4ae335c8401a" /><Relationship Type="http://schemas.openxmlformats.org/officeDocument/2006/relationships/image" Target="/ppt/media/image6.png" Id="Re2480b70a5264105" /><Relationship Type="http://schemas.openxmlformats.org/officeDocument/2006/relationships/image" Target="/ppt/media/image6.svg" Id="Raab723fd60a8481d" /><Relationship Type="http://schemas.openxmlformats.org/officeDocument/2006/relationships/image" Target="/ppt/media/image7.png" Id="Rc7fb2a40dd3e4768" /><Relationship Type="http://schemas.openxmlformats.org/officeDocument/2006/relationships/image" Target="/ppt/media/image7.svg" Id="Re3aaa6945810470c" /><Relationship Type="http://schemas.openxmlformats.org/officeDocument/2006/relationships/image" Target="/ppt/media/image8.png" Id="Rf62af72a10cc49d3" /><Relationship Type="http://schemas.openxmlformats.org/officeDocument/2006/relationships/image" Target="/ppt/media/image8.svg" Id="R918a9459ad104f50" /><Relationship Type="http://schemas.openxmlformats.org/officeDocument/2006/relationships/image" Target="/ppt/media/image9.png" Id="R5b5dcb2c21884274" /><Relationship Type="http://schemas.openxmlformats.org/officeDocument/2006/relationships/image" Target="/ppt/media/image9.svg" Id="Radbf0754d5a74b62" /><Relationship Type="http://schemas.openxmlformats.org/officeDocument/2006/relationships/image" Target="/ppt/media/image10.png" Id="R2e2df6c4e7cc457a" /><Relationship Type="http://schemas.openxmlformats.org/officeDocument/2006/relationships/image" Target="/ppt/media/image10.svg" Id="R7ce7565325b44557" /><Relationship Type="http://schemas.openxmlformats.org/officeDocument/2006/relationships/image" Target="/ppt/media/image11.png" Id="R1e5e72099d6744dd" /><Relationship Type="http://schemas.openxmlformats.org/officeDocument/2006/relationships/image" Target="/ppt/media/image11.svg" Id="R7e02f7c2ab5c4b2a" /><Relationship Type="http://schemas.openxmlformats.org/officeDocument/2006/relationships/image" Target="/ppt/media/image12.png" Id="R87c1f35685264293" /><Relationship Type="http://schemas.openxmlformats.org/officeDocument/2006/relationships/image" Target="/ppt/media/image12.svg" Id="R3549c5984efb4797" /><Relationship Type="http://schemas.openxmlformats.org/officeDocument/2006/relationships/image" Target="/ppt/media/image13.png" Id="R3a6286bf42864b65" /><Relationship Type="http://schemas.openxmlformats.org/officeDocument/2006/relationships/image" Target="/ppt/media/image13.svg" Id="Rcfbae92969c545f8" /><Relationship Type="http://schemas.openxmlformats.org/officeDocument/2006/relationships/image" Target="/ppt/media/image14.png" Id="R311234c04a7a4404" /><Relationship Type="http://schemas.openxmlformats.org/officeDocument/2006/relationships/image" Target="/ppt/media/image14.svg" Id="R6aee2e9f1ef54426" /><Relationship Type="http://schemas.openxmlformats.org/officeDocument/2006/relationships/image" Target="/ppt/media/image15.png" Id="R028440e976b14444" /><Relationship Type="http://schemas.openxmlformats.org/officeDocument/2006/relationships/image" Target="/ppt/media/image15.svg" Id="R2fe773b27ea4402d" /><Relationship Type="http://schemas.openxmlformats.org/officeDocument/2006/relationships/image" Target="/ppt/media/image16.png" Id="R3f3ce2cefaf347de" /><Relationship Type="http://schemas.openxmlformats.org/officeDocument/2006/relationships/image" Target="/ppt/media/image16.svg" Id="Rb8f15322c2d84f00" /><Relationship Type="http://schemas.openxmlformats.org/officeDocument/2006/relationships/image" Target="/ppt/media/image17.png" Id="R77330cb1c7d44513" /><Relationship Type="http://schemas.openxmlformats.org/officeDocument/2006/relationships/image" Target="/ppt/media/image17.svg" Id="R6d5009afc1d641f1" /><Relationship Type="http://schemas.openxmlformats.org/officeDocument/2006/relationships/image" Target="/ppt/media/image18.png" Id="Re0158841a67c4a8d" /><Relationship Type="http://schemas.openxmlformats.org/officeDocument/2006/relationships/image" Target="/ppt/media/image18.svg" Id="Ra96970e1613942fb" /><Relationship Type="http://schemas.openxmlformats.org/officeDocument/2006/relationships/image" Target="/ppt/media/image19.png" Id="R57c809b39a01458b" /><Relationship Type="http://schemas.openxmlformats.org/officeDocument/2006/relationships/image" Target="/ppt/media/image19.svg" Id="Rcfcbdb3719214874" /><Relationship Type="http://schemas.openxmlformats.org/officeDocument/2006/relationships/image" Target="/ppt/media/image20.png" Id="R0709080d9cfb43ec" /><Relationship Type="http://schemas.openxmlformats.org/officeDocument/2006/relationships/image" Target="/ppt/media/image20.svg" Id="R6a31e2f01e5b4673" /><Relationship Type="http://schemas.openxmlformats.org/officeDocument/2006/relationships/image" Target="/ppt/media/image21.png" Id="Rb52d085892304d1d" /><Relationship Type="http://schemas.openxmlformats.org/officeDocument/2006/relationships/image" Target="/ppt/media/image21.svg" Id="R5b0d9980e1f34f5a" /><Relationship Type="http://schemas.openxmlformats.org/officeDocument/2006/relationships/image" Target="/ppt/media/image22.png" Id="Rc4dc5d9f3c3a4586" /><Relationship Type="http://schemas.openxmlformats.org/officeDocument/2006/relationships/image" Target="/ppt/media/image22.svg" Id="Rd68e43c92b234f8c" /><Relationship Type="http://schemas.openxmlformats.org/officeDocument/2006/relationships/image" Target="/ppt/media/image23.png" Id="R1904a1d354f64982" /><Relationship Type="http://schemas.openxmlformats.org/officeDocument/2006/relationships/image" Target="/ppt/media/image23.svg" Id="Raab66bcb7f7d44bd" /><Relationship Type="http://schemas.openxmlformats.org/officeDocument/2006/relationships/image" Target="/ppt/media/image24.png" Id="R48878c145b3141d5" /><Relationship Type="http://schemas.openxmlformats.org/officeDocument/2006/relationships/image" Target="/ppt/media/image24.svg" Id="R900218b730aa4dd3" /><Relationship Type="http://schemas.openxmlformats.org/officeDocument/2006/relationships/image" Target="/ppt/media/image25.png" Id="Rd375f2d7473043bc" /><Relationship Type="http://schemas.openxmlformats.org/officeDocument/2006/relationships/image" Target="/ppt/media/image25.svg" Id="R2552759a924747a1" /><Relationship Type="http://schemas.openxmlformats.org/officeDocument/2006/relationships/notesSlide" Target="/ppt/notesSlides/notesSlide1.xml" Id="R65ced574e19f41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06D04-6AEF-444E-9201-FA13B3CD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F"/>
          </a:solidFill>
          <a:ln xmlns:a="http://schemas.openxmlformats.org/drawingml/2006/main" w="0">
            <a:solidFill>
              <a:srgbClr val="FCF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FDD97-CF13-47C2-863A-6FF51BF3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系统软件总体架构设计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C165A-0967-42D1-ADC1-669FB729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A98D9-DF54-44A6-92CD-80074CC3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715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在线运行域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8D82C-C351-465A-9EE5-0C9E6466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33500"/>
            <a:ext cx="2952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>
              <a:alpha val="40000"/>
            </a:srgbClr>
          </a:solidFill>
          <a:ln xmlns:a="http://schemas.openxmlformats.org/drawingml/2006/main" w="7144">
            <a:solidFill>
              <a:srgbClr val="D7E2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4BBE7-0C27-445E-B695-9A38EB6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763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0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50AE7-0EBD-459C-9101-71EEC806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715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6B2A"/>
                </a:solidFill>
                <a:latin typeface="Microsoft YaHei"/>
                <a:ea typeface="Microsoft YaHei"/>
                <a:cs typeface="Microsoft YaHei"/>
              </a:rPr>
              <a:t>能力生成演进域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01FD8-BCA7-4775-924B-7C79EEA6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33500"/>
            <a:ext cx="2952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0">
              <a:alpha val="40000"/>
            </a:srgbClr>
          </a:solidFill>
          <a:ln xmlns:a="http://schemas.openxmlformats.org/drawingml/2006/main" w="7144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4C64F-0D97-403C-A6CC-0D90B2F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476FC-AE50-497E-BD65-B8815045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71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1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146E"/>
                </a:solidFill>
                <a:latin typeface="Microsoft YaHei"/>
                <a:ea typeface="Microsoft YaHei"/>
                <a:cs typeface="Microsoft YaHei"/>
              </a:rPr>
              <a:t>平台协同保障域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E348E-26BE-4E11-B038-A89A8D01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2857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>
              <a:alpha val="40000"/>
            </a:srgbClr>
          </a:solidFill>
          <a:ln xmlns:a="http://schemas.openxmlformats.org/drawingml/2006/main" w="7144">
            <a:solidFill>
              <a:srgbClr val="D7E2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E39A1-88E8-4AAD-BD78-E4BCA547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240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5E64B-894C-4E42-AB86-C7426E74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384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8EBB7-58F7-4994-AB36-615E894D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10396-C663-4838-A8A8-E5E0E3A2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6D82B-AF97-41D8-9A81-9B9DA338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6F611-99F3-4AB7-B2FC-30103590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BD03F-4F62-4F3A-8630-0962A5D9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8DE55-C8CE-46AC-87F7-67A7EAF0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应用交互层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75ECC-710A-4836-8CFA-89936DC7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955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5FE67-F6CB-48A9-940D-99070B3A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955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150BE-DE58-4D1C-8E0F-B23E6FD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EB026-8DA0-47DB-9970-60619A8F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业务能力</a:t>
            </a:r>
          </a:p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9A36E-4D81-4679-8DE7-EBBEA65A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96FCE-E03A-4641-A800-27A9D28F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F372F-E978-4D0D-850B-EB08DF0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F9A701-ED41-4E30-AC8D-EC8574C5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数据与通信</a:t>
            </a:r>
          </a:p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支撑层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26A04-558B-4B0A-9583-5D0715D3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2CE400-61BD-4FEF-A7F9-6D715306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C6D13F-A129-4D8F-8A41-200CA3F3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B3348C-5335-4CFE-8FF8-CD86D1B3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基础资源层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9668F0-812C-4B2D-AEF5-6051E066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4e85690bd43f2">
            <a:extLst>
              <a:ext uri="{96DAC541-7B7A-43D3-8B79-37D633B846F1}">
                <asvg:svgBlip xmlns:asvg="http://schemas.microsoft.com/office/drawing/2016/SVG/main" r:embed="R65f8f9baa3e84e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B9229C-6396-49AB-B2B4-7D58147D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态势显示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682AC9-906C-4849-A03D-88E84B08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0120fb6784f0e">
            <a:extLst>
              <a:ext uri="{96DAC541-7B7A-43D3-8B79-37D633B846F1}">
                <asvg:svgBlip xmlns:asvg="http://schemas.microsoft.com/office/drawing/2016/SVG/main" r:embed="R0f490057679143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1955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A8CAF-E89F-4C84-9A4A-2B38C659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任务提交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166EF5-4525-4978-8319-9D8DCF4C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b06d68fe4405f">
            <a:extLst>
              <a:ext uri="{96DAC541-7B7A-43D3-8B79-37D633B846F1}">
                <asvg:svgBlip xmlns:asvg="http://schemas.microsoft.com/office/drawing/2016/SVG/main" r:embed="Rcaceb70655f84f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0070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F03B74-505C-4DF5-AB44-A58ED9C4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智能研判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263EF-002C-4105-8617-A13F8CB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a0059a0854729">
            <a:extLst>
              <a:ext uri="{96DAC541-7B7A-43D3-8B79-37D633B846F1}">
                <asvg:svgBlip xmlns:asvg="http://schemas.microsoft.com/office/drawing/2016/SVG/main" r:embed="Re3cf026b61ea4e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1040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793AD9-C775-4D42-A895-D088B3E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处置确认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42EC53-BB9C-4E33-ACE0-93E53F1A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f9b8529c44041">
            <a:extLst>
              <a:ext uri="{96DAC541-7B7A-43D3-8B79-37D633B846F1}">
                <asvg:svgBlip xmlns:asvg="http://schemas.microsoft.com/office/drawing/2016/SVG/main" r:embed="R56fa4ae335c840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9640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2915CF-3274-4402-BC67-06E6025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7145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运维诊断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693557-D77E-427D-98B2-EE13A8C1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717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80b70a5264105">
            <a:extLst>
              <a:ext uri="{96DAC541-7B7A-43D3-8B79-37D633B846F1}">
                <asvg:svgBlip xmlns:asvg="http://schemas.microsoft.com/office/drawing/2016/SVG/main" r:embed="Raab723fd60a848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3B3BEC-65DC-4EE9-BBD7-AB2DA569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289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阵面控制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E53B0F-2C5C-4875-949B-AAFCB75D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37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b2a40dd3e4768">
            <a:extLst>
              <a:ext uri="{96DAC541-7B7A-43D3-8B79-37D633B846F1}">
                <asvg:svgBlip xmlns:asvg="http://schemas.microsoft.com/office/drawing/2016/SVG/main" r:embed="Re3aaa694581047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4335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37F82F-3E0E-418C-9605-4AE1E5DF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28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信息处理感知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B45A86-48D7-41DA-84DE-5A64E57A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717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af72a10cc49d3">
            <a:extLst>
              <a:ext uri="{96DAC541-7B7A-43D3-8B79-37D633B846F1}">
                <asvg:svgBlip xmlns:asvg="http://schemas.microsoft.com/office/drawing/2016/SVG/main" r:embed="R918a9459ad104f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0070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FF5B58-1A87-420E-9648-B9B0EB0E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289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LD智能体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9D2661-EAF1-405F-B7DC-37321786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dcb2c21884274">
            <a:extLst>
              <a:ext uri="{96DAC541-7B7A-43D3-8B79-37D633B846F1}">
                <asvg:svgBlip xmlns:asvg="http://schemas.microsoft.com/office/drawing/2016/SVG/main" r:embed="Radbf0754d5a74b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1040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55E75E-FA16-44C6-B54B-A39ACAE7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289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智能显控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835A96-FCC6-4D26-8C39-03584F5B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37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df6c4e7cc457a">
            <a:extLst>
              <a:ext uri="{96DAC541-7B7A-43D3-8B79-37D633B846F1}">
                <asvg:svgBlip xmlns:asvg="http://schemas.microsoft.com/office/drawing/2016/SVG/main" r:embed="R7ce7565325b445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2485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3E8DDE-434A-401F-8BEE-D3542000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28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能力生成演进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0EFA1F-2570-474E-8467-249AC249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e72099d6744dd">
            <a:extLst>
              <a:ext uri="{96DAC541-7B7A-43D3-8B79-37D633B846F1}">
                <asvg:svgBlip xmlns:asvg="http://schemas.microsoft.com/office/drawing/2016/SVG/main" r:embed="R7e02f7c2ab5c4b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9170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3743F0-AB7B-40A7-B28E-B312D2F7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289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平台协同保障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E8A45C-852B-47F1-9DDF-6E9AEA07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86150"/>
            <a:ext cx="1524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1f35685264293">
            <a:extLst>
              <a:ext uri="{96DAC541-7B7A-43D3-8B79-37D633B846F1}">
                <asvg:svgBlip xmlns:asvg="http://schemas.microsoft.com/office/drawing/2016/SVG/main" r:embed="R3549c5984efb47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BA2084-E557-46B4-A822-27228507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43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DDS/消息总线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10812A-3494-4251-9EC1-44DE5B9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1333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286bf42864b65">
            <a:extLst>
              <a:ext uri="{96DAC541-7B7A-43D3-8B79-37D633B846F1}">
                <asvg:svgBlip xmlns:asvg="http://schemas.microsoft.com/office/drawing/2016/SVG/main" r:embed="Rcfbae92969c545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4A0F54-D98F-404C-A66C-D9CA5AC2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433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HTTP/gRPC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CAA105-DB6A-43B5-981E-3473691F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86150"/>
            <a:ext cx="1314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234c04a7a4404">
            <a:extLst>
              <a:ext uri="{96DAC541-7B7A-43D3-8B79-37D633B846F1}">
                <asvg:svgBlip xmlns:asvg="http://schemas.microsoft.com/office/drawing/2016/SVG/main" r:embed="R6aee2e9f1ef544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00775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AF36F3-AF0B-486C-9A3A-5BC81AA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WebSocket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865143-6CE5-4DC5-8D19-30D03CB9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86150"/>
            <a:ext cx="1162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440e976b14444">
            <a:extLst>
              <a:ext uri="{96DAC541-7B7A-43D3-8B79-37D633B846F1}">
                <asvg:svgBlip xmlns:asvg="http://schemas.microsoft.com/office/drawing/2016/SVG/main" r:embed="R2fe773b27ea440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86775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22B282-0923-457B-B724-B1D845B5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38635D-AD88-421E-B75E-2C27803E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3906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ce2cefaf347de">
            <a:extLst>
              <a:ext uri="{96DAC541-7B7A-43D3-8B79-37D633B846F1}">
                <asvg:svgBlip xmlns:asvg="http://schemas.microsoft.com/office/drawing/2016/SVG/main" r:embed="Rb8f15322c2d84f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9A08D5-34F7-41B9-B8A6-5DD15E4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433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文件/对象存储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1BF1C1-7D4F-4D5E-856B-A565EE6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30cb1c7d44513">
            <a:extLst>
              <a:ext uri="{96DAC541-7B7A-43D3-8B79-37D633B846F1}">
                <asvg:svgBlip xmlns:asvg="http://schemas.microsoft.com/office/drawing/2016/SVG/main" r:embed="R6d5009afc1d641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723AD9C-F272-4215-A19B-D5418E47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577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5DCE69-02F5-4C19-A2C8-7F8F1D52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005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58841a67c4a8d">
            <a:extLst>
              <a:ext uri="{96DAC541-7B7A-43D3-8B79-37D633B846F1}">
                <asvg:svgBlip xmlns:asvg="http://schemas.microsoft.com/office/drawing/2016/SVG/main" r:embed="Ra96970e1613942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76700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95FB112-FFCC-4678-BD86-64883EB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577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存储资源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380A620-34AB-404C-A1E4-CB55223A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00550"/>
            <a:ext cx="1314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809b39a01458b">
            <a:extLst>
              <a:ext uri="{96DAC541-7B7A-43D3-8B79-37D633B846F1}">
                <asvg:svgBlip xmlns:asvg="http://schemas.microsoft.com/office/drawing/2016/SVG/main" r:embed="Rcfcbdb37192148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00775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FAA701-12B7-4F60-BD7F-171E56F0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网络资源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9D4251-3737-400E-83E1-4FA88BA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00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9080d9cfb43ec">
            <a:extLst>
              <a:ext uri="{96DAC541-7B7A-43D3-8B79-37D633B846F1}">
                <asvg:svgBlip xmlns:asvg="http://schemas.microsoft.com/office/drawing/2016/SVG/main" r:embed="R6a31e2f01e5b46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96400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A347D8B-A4BD-4590-B51A-C814D88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4577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时统资源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BC8DB9A-8939-474F-8317-D8A348E1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3356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577168-CABC-41E8-8C33-285030C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1847850"/>
            <a:ext cx="2857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1FFC04-CF6D-4862-B5A8-E532A90F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3391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D740811-D0F7-419B-9E52-FDE7CC1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09800" y="45720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D3B1199-6F5F-43AF-8401-D1AE4DC1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247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在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线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运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行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闭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841167E-9A60-4497-9593-796ECEE9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83356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CD9F25E-058D-4F59-900C-7014D511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72800" y="1771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E9116A-EAE5-48E7-9A12-B48399E8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1913" y="1847850"/>
            <a:ext cx="2857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ED5AC2-4D5B-4667-A062-EA92727C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39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16E86B8-9317-4412-A09B-28EACF91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72800" y="45720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70EB850-E396-4BA8-A6CB-5B586C3D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304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力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生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成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演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进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闭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327ADC9-5E35-413F-A776-97B08686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57800"/>
            <a:ext cx="97726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C91378-9C68-419D-A86F-22DC8AA7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57800"/>
            <a:ext cx="704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D49BDA-786B-4ED0-A4EC-C60E4B5F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14950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横向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085892304d1d">
            <a:extLst>
              <a:ext uri="{96DAC541-7B7A-43D3-8B79-37D633B846F1}">
                <asvg:svgBlip xmlns:asvg="http://schemas.microsoft.com/office/drawing/2016/SVG/main" r:embed="R5b0d9980e1f34f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56769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c5d9f3c3a4586">
            <a:extLst>
              <a:ext uri="{96DAC541-7B7A-43D3-8B79-37D633B846F1}">
                <asvg:svgBlip xmlns:asvg="http://schemas.microsoft.com/office/drawing/2016/SVG/main" r:embed="Rd68e43c92b234f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0030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EF26F53-8EA8-42CF-824A-F715E05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安全门控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B31DC51-D032-425A-993C-98B3AFD3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5"/>
          </a:solidFill>
          <a:ln xmlns:a="http://schemas.openxmlformats.org/drawingml/2006/main" w="0">
            <a:solidFill>
              <a:srgbClr val="D8E4F5"/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4a1d354f64982">
            <a:extLst>
              <a:ext uri="{96DAC541-7B7A-43D3-8B79-37D633B846F1}">
                <asvg:svgBlip xmlns:asvg="http://schemas.microsoft.com/office/drawing/2016/SVG/main" r:embed="Raab66bcb7f7d44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9105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7E58AEB-C329-42CD-ADDC-25558028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版本治理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FB01C0A-37A6-4BF1-9F8F-F0856221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57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5"/>
          </a:solidFill>
          <a:ln xmlns:a="http://schemas.openxmlformats.org/drawingml/2006/main" w="0">
            <a:solidFill>
              <a:srgbClr val="D8E4F5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78c145b3141d5">
            <a:extLst>
              <a:ext uri="{96DAC541-7B7A-43D3-8B79-37D633B846F1}">
                <asvg:svgBlip xmlns:asvg="http://schemas.microsoft.com/office/drawing/2016/SVG/main" r:embed="R900218b730aa4d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80A737D-F4D8-45AB-97DA-B2C13368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观测审计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924BFF-D587-4553-AFE4-09ACFD8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57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5"/>
          </a:solidFill>
          <a:ln xmlns:a="http://schemas.openxmlformats.org/drawingml/2006/main" w="0">
            <a:solidFill>
              <a:srgbClr val="D8E4F5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5f2d7473043bc">
            <a:extLst>
              <a:ext uri="{96DAC541-7B7A-43D3-8B79-37D633B846F1}">
                <asvg:svgBlip xmlns:asvg="http://schemas.microsoft.com/office/drawing/2016/SVG/main" r:embed="R2552759a924747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074A97C-EED4-48E2-9932-B1CDDBB3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追溯记录</a:t>
            </a:r>
          </a:p>
        </p:txBody>
      </p:sp>
    </p:spTree>
    <p:extLst>
      <p:ext uri="{BB962C8B-B14F-4D97-AF65-F5344CB8AC3E}">
        <p14:creationId xmlns:p14="http://schemas.microsoft.com/office/powerpoint/2010/main" val="1543371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2026-05-15T02:45:52.5660000Z</dcterms:created>
  <dcterms:modified xsi:type="dcterms:W3CDTF">2026-05-15T02:45:52.5660000Z</dcterms:modified>
</coreProperties>
</file>